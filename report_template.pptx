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8" r:id="rId1"/>
    <p:sldMasterId id="2147483722" r:id="rId2"/>
    <p:sldMasterId id="2147483737" r:id="rId3"/>
    <p:sldMasterId id="2147483739" r:id="rId4"/>
  </p:sldMasterIdLst>
  <p:notesMasterIdLst>
    <p:notesMasterId r:id="rId26"/>
  </p:notesMasterIdLst>
  <p:sldIdLst>
    <p:sldId id="2147481051" r:id="rId32"/>
    <p:sldId id="2147481052" r:id="rId33"/>
    <p:sldId id="2147481053" r:id="rId34"/>
    <p:sldId id="2147481054" r:id="rId35"/>
    <p:sldId id="2147481055" r:id="rId36"/>
    <p:sldId id="2147481056" r:id="rId37"/>
    <p:sldId id="2147481057" r:id="rId38"/>
    <p:sldId id="2147481058" r:id="rId39"/>
    <p:sldId id="2147481059" r:id="rId40"/>
    <p:sldId id="2147481060" r:id="rId41"/>
    <p:sldId id="2147481061" r:id="rId42"/>
    <p:sldId id="2147481062" r:id="rId43"/>
    <p:sldId id="2147481063" r:id="rId44"/>
    <p:sldId id="2147481064" r:id="rId45"/>
    <p:sldId id="2147481065" r:id="rId46"/>
    <p:sldId id="2147481066" r:id="rId47"/>
    <p:sldId id="2147481067" r:id="rId48"/>
    <p:sldId id="2147481068" r:id="rId49"/>
    <p:sldId id="2147481069" r:id="rId50"/>
    <p:sldId id="2147481070" r:id="rId51"/>
    <p:sldId id="2147481071" r:id="rId52"/>
    <p:sldId id="2147481072" r:id="rId53"/>
    <p:sldId id="2147481073" r:id="rId54"/>
    <p:sldId id="2147481074" r:id="rId55"/>
    <p:sldId id="2147481076" r:id="rId25"/>
    <p:sldId id="2147481077" r:id="rId24"/>
    <p:sldId id="2147481078" r:id="rId23"/>
    <p:sldId id="2147481079" r:id="rId22"/>
    <p:sldId id="2147481080" r:id="rId21"/>
    <p:sldId id="2147481081" r:id="rId20"/>
    <p:sldId id="2147481082" r:id="rId19"/>
    <p:sldId id="2147481075" r:id="rId56"/>
  </p:sldIdLst>
  <p:sldSz cx="12192000" cy="6858000"/>
  <p:notesSz cx="6858000" cy="9144000"/>
  <p:defaultTextStyle>
    <a:defPPr>
      <a:defRPr lang="ar-SA"/>
    </a:defPPr>
    <a:lvl1pPr marL="0" algn="l" defTabSz="91419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095" algn="l" defTabSz="91419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190" algn="l" defTabSz="91419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283" algn="l" defTabSz="91419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379" algn="l" defTabSz="91419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472" algn="l" defTabSz="91419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569" algn="l" defTabSz="91419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662" algn="l" defTabSz="91419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757" algn="l" defTabSz="91419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جدة" id="{9A714949-99CF-4FF0-8F86-309F79E327F3}">
          <p14:sldIdLst>
            <p14:sldId id="2147481051"/>
            <p14:sldId id="2147481052"/>
            <p14:sldId id="2147481053"/>
            <p14:sldId id="2147481054"/>
            <p14:sldId id="2147481055"/>
            <p14:sldId id="2147481056"/>
          </p14:sldIdLst>
        </p14:section>
        <p14:section name="مكة المكرمة" id="{CDAF096E-F2C0-4BEA-8B18-300601ED3394}">
          <p14:sldIdLst>
            <p14:sldId id="2147481057"/>
            <p14:sldId id="2147481058"/>
            <p14:sldId id="2147481059"/>
            <p14:sldId id="2147481060"/>
            <p14:sldId id="2147481061"/>
            <p14:sldId id="2147481062"/>
          </p14:sldIdLst>
        </p14:section>
        <p14:section name="المدينة المنورة" id="{1705A478-22C7-4DCA-BDCB-9C3F1B891F58}">
          <p14:sldIdLst>
            <p14:sldId id="2147481063"/>
            <p14:sldId id="2147481064"/>
            <p14:sldId id="2147481065"/>
            <p14:sldId id="2147481066"/>
            <p14:sldId id="2147481067"/>
            <p14:sldId id="2147481068"/>
          </p14:sldIdLst>
        </p14:section>
        <p14:section name="الطائف" id="{B3F84DF6-A56C-485C-8817-1F78C4BF7E21}">
          <p14:sldIdLst>
            <p14:sldId id="2147481069"/>
            <p14:sldId id="2147481070"/>
            <p14:sldId id="2147481071"/>
            <p14:sldId id="2147481072"/>
            <p14:sldId id="2147481073"/>
            <p14:sldId id="2147481074"/>
          </p14:sldIdLst>
        </p14:section>
        <p14:section name="المنطقة الغربية" id="{2F3A8549-A11F-4F6B-A6D8-5E67AF367DB2}">
          <p14:sldIdLst>
            <p14:sldId id="2147481076"/>
            <p14:sldId id="2147481077"/>
            <p14:sldId id="2147481078"/>
            <p14:sldId id="2147481079"/>
            <p14:sldId id="2147481080"/>
            <p14:sldId id="2147481081"/>
            <p14:sldId id="2147481082"/>
          </p14:sldIdLst>
        </p14:section>
        <p14:section name="الختام" id="{13EDDF8A-D0A8-4444-9D0E-C52EC2496529}">
          <p14:sldIdLst>
            <p14:sldId id="21474810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6A30F"/>
    <a:srgbClr val="F0F0F0"/>
    <a:srgbClr val="00FF00"/>
    <a:srgbClr val="800000"/>
    <a:srgbClr val="D5EBE2"/>
    <a:srgbClr val="FF00FF"/>
    <a:srgbClr val="00A4B4"/>
    <a:srgbClr val="000080"/>
    <a:srgbClr val="00FFFF"/>
    <a:srgbClr val="055E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02" autoAdjust="0"/>
    <p:restoredTop sz="94660"/>
  </p:normalViewPr>
  <p:slideViewPr>
    <p:cSldViewPr snapToGrid="0">
      <p:cViewPr varScale="1">
        <p:scale>
          <a:sx n="61" d="100"/>
          <a:sy n="61" d="100"/>
        </p:scale>
        <p:origin x="920" y="8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19" Type="http://schemas.openxmlformats.org/officeDocument/2006/relationships/slide" Target="slides/slide32.xml"/><Relationship Id="rId20" Type="http://schemas.openxmlformats.org/officeDocument/2006/relationships/slide" Target="slides/slide31.xml"/><Relationship Id="rId21" Type="http://schemas.openxmlformats.org/officeDocument/2006/relationships/slide" Target="slides/slide30.xml"/><Relationship Id="rId22" Type="http://schemas.openxmlformats.org/officeDocument/2006/relationships/slide" Target="slides/slide29.xml"/><Relationship Id="rId23" Type="http://schemas.openxmlformats.org/officeDocument/2006/relationships/slide" Target="slides/slide28.xml"/><Relationship Id="rId24" Type="http://schemas.openxmlformats.org/officeDocument/2006/relationships/slide" Target="slides/slide27.xml"/><Relationship Id="rId25" Type="http://schemas.openxmlformats.org/officeDocument/2006/relationships/slide" Target="slides/slide26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6/11/relationships/changesInfo" Target="changesInfos/changesInfo1.xml"/><Relationship Id="rId32" Type="http://schemas.openxmlformats.org/officeDocument/2006/relationships/slide" Target="slides/slide1.xml"/><Relationship Id="rId33" Type="http://schemas.openxmlformats.org/officeDocument/2006/relationships/slide" Target="slides/slide2.xml"/><Relationship Id="rId34" Type="http://schemas.openxmlformats.org/officeDocument/2006/relationships/slide" Target="slides/slide3.xml"/><Relationship Id="rId35" Type="http://schemas.openxmlformats.org/officeDocument/2006/relationships/slide" Target="slides/slide4.xml"/><Relationship Id="rId36" Type="http://schemas.openxmlformats.org/officeDocument/2006/relationships/slide" Target="slides/slide5.xml"/><Relationship Id="rId37" Type="http://schemas.openxmlformats.org/officeDocument/2006/relationships/slide" Target="slides/slide6.xml"/><Relationship Id="rId38" Type="http://schemas.openxmlformats.org/officeDocument/2006/relationships/slide" Target="slides/slide7.xml"/><Relationship Id="rId39" Type="http://schemas.openxmlformats.org/officeDocument/2006/relationships/slide" Target="slides/slide8.xml"/><Relationship Id="rId40" Type="http://schemas.openxmlformats.org/officeDocument/2006/relationships/slide" Target="slides/slide9.xml"/><Relationship Id="rId41" Type="http://schemas.openxmlformats.org/officeDocument/2006/relationships/slide" Target="slides/slide10.xml"/><Relationship Id="rId42" Type="http://schemas.openxmlformats.org/officeDocument/2006/relationships/slide" Target="slides/slide11.xml"/><Relationship Id="rId43" Type="http://schemas.openxmlformats.org/officeDocument/2006/relationships/slide" Target="slides/slide12.xml"/><Relationship Id="rId44" Type="http://schemas.openxmlformats.org/officeDocument/2006/relationships/slide" Target="slides/slide13.xml"/><Relationship Id="rId45" Type="http://schemas.openxmlformats.org/officeDocument/2006/relationships/slide" Target="slides/slide14.xml"/><Relationship Id="rId46" Type="http://schemas.openxmlformats.org/officeDocument/2006/relationships/slide" Target="slides/slide15.xml"/><Relationship Id="rId47" Type="http://schemas.openxmlformats.org/officeDocument/2006/relationships/slide" Target="slides/slide16.xml"/><Relationship Id="rId48" Type="http://schemas.openxmlformats.org/officeDocument/2006/relationships/slide" Target="slides/slide17.xml"/><Relationship Id="rId49" Type="http://schemas.openxmlformats.org/officeDocument/2006/relationships/slide" Target="slides/slide18.xml"/><Relationship Id="rId50" Type="http://schemas.openxmlformats.org/officeDocument/2006/relationships/slide" Target="slides/slide19.xml"/><Relationship Id="rId51" Type="http://schemas.openxmlformats.org/officeDocument/2006/relationships/slide" Target="slides/slide20.xml"/><Relationship Id="rId52" Type="http://schemas.openxmlformats.org/officeDocument/2006/relationships/slide" Target="slides/slide21.xml"/><Relationship Id="rId53" Type="http://schemas.openxmlformats.org/officeDocument/2006/relationships/slide" Target="slides/slide22.xml"/><Relationship Id="rId54" Type="http://schemas.openxmlformats.org/officeDocument/2006/relationships/slide" Target="slides/slide23.xml"/><Relationship Id="rId55" Type="http://schemas.openxmlformats.org/officeDocument/2006/relationships/slide" Target="slides/slide24.xml"/><Relationship Id="rId56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uneerah N. Aljuraeed" userId="S::maljuraeed_talemia.sa#ext#@tbcsa1.onmicrosoft.com::31084b47-8f17-4658-8d64-e3e7f2b1c6b1" providerId="AD" clId="Web-{B173A6E9-9E16-2D3D-D863-0D22DEFD9099}"/>
    <pc:docChg chg="modSld">
      <pc:chgData name="Mouneerah N. Aljuraeed" userId="S::maljuraeed_talemia.sa#ext#@tbcsa1.onmicrosoft.com::31084b47-8f17-4658-8d64-e3e7f2b1c6b1" providerId="AD" clId="Web-{B173A6E9-9E16-2D3D-D863-0D22DEFD9099}" dt="2025-04-15T12:30:43.477" v="100" actId="20577"/>
      <pc:docMkLst>
        <pc:docMk/>
      </pc:docMkLst>
      <pc:sldChg chg="modSp">
        <pc:chgData name="Mouneerah N. Aljuraeed" userId="S::maljuraeed_talemia.sa#ext#@tbcsa1.onmicrosoft.com::31084b47-8f17-4658-8d64-e3e7f2b1c6b1" providerId="AD" clId="Web-{B173A6E9-9E16-2D3D-D863-0D22DEFD9099}" dt="2025-04-15T12:30:43.477" v="100" actId="20577"/>
        <pc:sldMkLst>
          <pc:docMk/>
          <pc:sldMk cId="4274520516" sldId="2147480921"/>
        </pc:sldMkLst>
      </pc:sldChg>
    </pc:docChg>
  </pc:docChgLst>
  <pc:docChgLst>
    <pc:chgData name="Rola M. Alhadi" userId="S::r.alhadi.p@tbc.sa::3eb1ee0d-99ed-49bc-b240-98c7699f768c" providerId="AD" clId="Web-{A03DFA33-CDD6-F3ED-95E7-DC62628DAC93}"/>
    <pc:docChg chg="modSld">
      <pc:chgData name="Rola M. Alhadi" userId="S::r.alhadi.p@tbc.sa::3eb1ee0d-99ed-49bc-b240-98c7699f768c" providerId="AD" clId="Web-{A03DFA33-CDD6-F3ED-95E7-DC62628DAC93}" dt="2025-04-27T11:45:22.984" v="8" actId="20577"/>
      <pc:docMkLst>
        <pc:docMk/>
      </pc:docMkLst>
      <pc:sldChg chg="modSp">
        <pc:chgData name="Rola M. Alhadi" userId="S::r.alhadi.p@tbc.sa::3eb1ee0d-99ed-49bc-b240-98c7699f768c" providerId="AD" clId="Web-{A03DFA33-CDD6-F3ED-95E7-DC62628DAC93}" dt="2025-04-27T11:07:56.139" v="7" actId="1076"/>
        <pc:sldMkLst>
          <pc:docMk/>
          <pc:sldMk cId="1864947676" sldId="2147480997"/>
        </pc:sldMkLst>
      </pc:sldChg>
      <pc:sldChg chg="modSp">
        <pc:chgData name="Rola M. Alhadi" userId="S::r.alhadi.p@tbc.sa::3eb1ee0d-99ed-49bc-b240-98c7699f768c" providerId="AD" clId="Web-{A03DFA33-CDD6-F3ED-95E7-DC62628DAC93}" dt="2025-04-27T11:45:22.984" v="8" actId="20577"/>
        <pc:sldMkLst>
          <pc:docMk/>
          <pc:sldMk cId="3366851171" sldId="2147481004"/>
        </pc:sldMkLst>
      </pc:sldChg>
    </pc:docChg>
  </pc:docChgLst>
  <pc:docChgLst>
    <pc:chgData name="Abdulrahman A. Alhamid" userId="aa066af2-2f6f-430b-be45-bba6d562ed6d" providerId="ADAL" clId="{21232402-945D-4F91-97F8-91C9FD45D196}"/>
    <pc:docChg chg="undo redo custSel modSld">
      <pc:chgData name="Abdulrahman A. Alhamid" userId="aa066af2-2f6f-430b-be45-bba6d562ed6d" providerId="ADAL" clId="{21232402-945D-4F91-97F8-91C9FD45D196}" dt="2025-04-27T06:08:17.597" v="63" actId="20577"/>
      <pc:docMkLst>
        <pc:docMk/>
      </pc:docMkLst>
      <pc:sldChg chg="modSp mod">
        <pc:chgData name="Abdulrahman A. Alhamid" userId="aa066af2-2f6f-430b-be45-bba6d562ed6d" providerId="ADAL" clId="{21232402-945D-4F91-97F8-91C9FD45D196}" dt="2025-04-27T06:06:49.160" v="38" actId="20577"/>
        <pc:sldMkLst>
          <pc:docMk/>
          <pc:sldMk cId="1916980256" sldId="2147480958"/>
        </pc:sldMkLst>
      </pc:sldChg>
      <pc:sldChg chg="delSp modSp mod">
        <pc:chgData name="Abdulrahman A. Alhamid" userId="aa066af2-2f6f-430b-be45-bba6d562ed6d" providerId="ADAL" clId="{21232402-945D-4F91-97F8-91C9FD45D196}" dt="2025-04-27T06:08:17.597" v="63" actId="20577"/>
        <pc:sldMkLst>
          <pc:docMk/>
          <pc:sldMk cId="3684917431" sldId="2147480999"/>
        </pc:sldMkLst>
      </pc:sldChg>
    </pc:docChg>
  </pc:docChgLst>
  <pc:docChgLst>
    <pc:chgData name="Youssef M. AlBathy" userId="dc9cd156-8ff7-4272-a537-ec06ebfad720" providerId="ADAL" clId="{45558A7E-6E81-4799-8DB2-31153954E668}"/>
    <pc:docChg chg="undo custSel addSld delSld modSld sldOrd">
      <pc:chgData name="Youssef M. AlBathy" userId="dc9cd156-8ff7-4272-a537-ec06ebfad720" providerId="ADAL" clId="{45558A7E-6E81-4799-8DB2-31153954E668}" dt="2025-04-14T11:38:57.150" v="2393" actId="20577"/>
      <pc:docMkLst>
        <pc:docMk/>
      </pc:docMkLst>
      <pc:sldChg chg="modSp mod">
        <pc:chgData name="Youssef M. AlBathy" userId="dc9cd156-8ff7-4272-a537-ec06ebfad720" providerId="ADAL" clId="{45558A7E-6E81-4799-8DB2-31153954E668}" dt="2025-04-14T04:52:24.425" v="1344" actId="20577"/>
        <pc:sldMkLst>
          <pc:docMk/>
          <pc:sldMk cId="1708605183" sldId="2147480885"/>
        </pc:sldMkLst>
      </pc:sldChg>
      <pc:sldChg chg="add del">
        <pc:chgData name="Youssef M. AlBathy" userId="dc9cd156-8ff7-4272-a537-ec06ebfad720" providerId="ADAL" clId="{45558A7E-6E81-4799-8DB2-31153954E668}" dt="2025-04-13T19:01:19.010" v="1095"/>
        <pc:sldMkLst>
          <pc:docMk/>
          <pc:sldMk cId="2864132010" sldId="2147480894"/>
        </pc:sldMkLst>
      </pc:sldChg>
      <pc:sldChg chg="addSp delSp modSp mod">
        <pc:chgData name="Youssef M. AlBathy" userId="dc9cd156-8ff7-4272-a537-ec06ebfad720" providerId="ADAL" clId="{45558A7E-6E81-4799-8DB2-31153954E668}" dt="2025-04-14T11:29:46.208" v="2383" actId="1076"/>
        <pc:sldMkLst>
          <pc:docMk/>
          <pc:sldMk cId="4274520516" sldId="2147480921"/>
        </pc:sldMkLst>
      </pc:sldChg>
      <pc:sldChg chg="addSp delSp modSp mod ord">
        <pc:chgData name="Youssef M. AlBathy" userId="dc9cd156-8ff7-4272-a537-ec06ebfad720" providerId="ADAL" clId="{45558A7E-6E81-4799-8DB2-31153954E668}" dt="2025-04-14T11:38:57.150" v="2393" actId="20577"/>
        <pc:sldMkLst>
          <pc:docMk/>
          <pc:sldMk cId="2683252328" sldId="2147480942"/>
        </pc:sldMkLst>
      </pc:sldChg>
      <pc:sldChg chg="addSp delSp modSp add del mod ord">
        <pc:chgData name="Youssef M. AlBathy" userId="dc9cd156-8ff7-4272-a537-ec06ebfad720" providerId="ADAL" clId="{45558A7E-6E81-4799-8DB2-31153954E668}" dt="2025-04-13T18:13:40.827" v="392" actId="1076"/>
        <pc:sldMkLst>
          <pc:docMk/>
          <pc:sldMk cId="3156763102" sldId="2147480943"/>
        </pc:sldMkLst>
      </pc:sldChg>
      <pc:sldChg chg="addSp delSp modSp add del mod ord">
        <pc:chgData name="Youssef M. AlBathy" userId="dc9cd156-8ff7-4272-a537-ec06ebfad720" providerId="ADAL" clId="{45558A7E-6E81-4799-8DB2-31153954E668}" dt="2025-04-13T18:12:55.712" v="380" actId="1076"/>
        <pc:sldMkLst>
          <pc:docMk/>
          <pc:sldMk cId="2365742215" sldId="2147480945"/>
        </pc:sldMkLst>
      </pc:sldChg>
      <pc:sldChg chg="addSp delSp modSp add del mod ord">
        <pc:chgData name="Youssef M. AlBathy" userId="dc9cd156-8ff7-4272-a537-ec06ebfad720" providerId="ADAL" clId="{45558A7E-6E81-4799-8DB2-31153954E668}" dt="2025-04-14T11:16:51.668" v="2198" actId="47"/>
        <pc:sldMkLst>
          <pc:docMk/>
          <pc:sldMk cId="1846894966" sldId="2147480946"/>
        </pc:sldMkLst>
      </pc:sldChg>
      <pc:sldChg chg="delSp modSp add del mod ord">
        <pc:chgData name="Youssef M. AlBathy" userId="dc9cd156-8ff7-4272-a537-ec06ebfad720" providerId="ADAL" clId="{45558A7E-6E81-4799-8DB2-31153954E668}" dt="2025-04-14T11:15:36.190" v="2170" actId="1076"/>
        <pc:sldMkLst>
          <pc:docMk/>
          <pc:sldMk cId="689688471" sldId="2147480952"/>
        </pc:sldMkLst>
      </pc:sldChg>
      <pc:sldChg chg="del">
        <pc:chgData name="Youssef M. AlBathy" userId="dc9cd156-8ff7-4272-a537-ec06ebfad720" providerId="ADAL" clId="{45558A7E-6E81-4799-8DB2-31153954E668}" dt="2025-04-13T12:14:26.685" v="186" actId="47"/>
        <pc:sldMkLst>
          <pc:docMk/>
          <pc:sldMk cId="3923680933" sldId="2147480956"/>
        </pc:sldMkLst>
      </pc:sldChg>
      <pc:sldChg chg="addSp modSp mod">
        <pc:chgData name="Youssef M. AlBathy" userId="dc9cd156-8ff7-4272-a537-ec06ebfad720" providerId="ADAL" clId="{45558A7E-6E81-4799-8DB2-31153954E668}" dt="2025-04-14T07:08:23.294" v="2168" actId="20577"/>
        <pc:sldMkLst>
          <pc:docMk/>
          <pc:sldMk cId="1817753648" sldId="2147480957"/>
        </pc:sldMkLst>
      </pc:sldChg>
      <pc:sldChg chg="addSp delSp modSp mod">
        <pc:chgData name="Youssef M. AlBathy" userId="dc9cd156-8ff7-4272-a537-ec06ebfad720" providerId="ADAL" clId="{45558A7E-6E81-4799-8DB2-31153954E668}" dt="2025-04-14T05:58:41.095" v="1893" actId="13926"/>
        <pc:sldMkLst>
          <pc:docMk/>
          <pc:sldMk cId="1916980256" sldId="2147480958"/>
        </pc:sldMkLst>
      </pc:sldChg>
      <pc:sldChg chg="addSp delSp modSp add mod">
        <pc:chgData name="Youssef M. AlBathy" userId="dc9cd156-8ff7-4272-a537-ec06ebfad720" providerId="ADAL" clId="{45558A7E-6E81-4799-8DB2-31153954E668}" dt="2025-04-13T12:19:04.166" v="229" actId="1076"/>
        <pc:sldMkLst>
          <pc:docMk/>
          <pc:sldMk cId="2533280395" sldId="2147480959"/>
        </pc:sldMkLst>
      </pc:sldChg>
      <pc:sldChg chg="modSp mod ord">
        <pc:chgData name="Youssef M. AlBathy" userId="dc9cd156-8ff7-4272-a537-ec06ebfad720" providerId="ADAL" clId="{45558A7E-6E81-4799-8DB2-31153954E668}" dt="2025-04-14T11:25:06.215" v="2375" actId="1076"/>
        <pc:sldMkLst>
          <pc:docMk/>
          <pc:sldMk cId="2247960007" sldId="2147480960"/>
        </pc:sldMkLst>
      </pc:sldChg>
      <pc:sldChg chg="addSp delSp modSp mod">
        <pc:chgData name="Youssef M. AlBathy" userId="dc9cd156-8ff7-4272-a537-ec06ebfad720" providerId="ADAL" clId="{45558A7E-6E81-4799-8DB2-31153954E668}" dt="2025-04-14T06:09:44.511" v="2052" actId="20577"/>
        <pc:sldMkLst>
          <pc:docMk/>
          <pc:sldMk cId="967225027" sldId="2147480993"/>
        </pc:sldMkLst>
      </pc:sldChg>
      <pc:sldChg chg="delSp modSp mod">
        <pc:chgData name="Youssef M. AlBathy" userId="dc9cd156-8ff7-4272-a537-ec06ebfad720" providerId="ADAL" clId="{45558A7E-6E81-4799-8DB2-31153954E668}" dt="2025-04-14T05:55:22.551" v="1884" actId="13926"/>
        <pc:sldMkLst>
          <pc:docMk/>
          <pc:sldMk cId="2811812276" sldId="2147480994"/>
        </pc:sldMkLst>
      </pc:sldChg>
      <pc:sldChg chg="delSp modSp mod">
        <pc:chgData name="Youssef M. AlBathy" userId="dc9cd156-8ff7-4272-a537-ec06ebfad720" providerId="ADAL" clId="{45558A7E-6E81-4799-8DB2-31153954E668}" dt="2025-04-14T06:19:51.864" v="2079" actId="478"/>
        <pc:sldMkLst>
          <pc:docMk/>
          <pc:sldMk cId="230499391" sldId="2147480995"/>
        </pc:sldMkLst>
      </pc:sldChg>
      <pc:sldChg chg="delSp modSp mod">
        <pc:chgData name="Youssef M. AlBathy" userId="dc9cd156-8ff7-4272-a537-ec06ebfad720" providerId="ADAL" clId="{45558A7E-6E81-4799-8DB2-31153954E668}" dt="2025-04-14T06:20:44.397" v="2083" actId="20577"/>
        <pc:sldMkLst>
          <pc:docMk/>
          <pc:sldMk cId="962196303" sldId="2147480996"/>
        </pc:sldMkLst>
      </pc:sldChg>
      <pc:sldChg chg="delSp modSp mod">
        <pc:chgData name="Youssef M. AlBathy" userId="dc9cd156-8ff7-4272-a537-ec06ebfad720" providerId="ADAL" clId="{45558A7E-6E81-4799-8DB2-31153954E668}" dt="2025-04-14T06:22:22.160" v="2085" actId="1076"/>
        <pc:sldMkLst>
          <pc:docMk/>
          <pc:sldMk cId="1864947676" sldId="2147480997"/>
        </pc:sldMkLst>
      </pc:sldChg>
      <pc:sldChg chg="delSp modSp mod">
        <pc:chgData name="Youssef M. AlBathy" userId="dc9cd156-8ff7-4272-a537-ec06ebfad720" providerId="ADAL" clId="{45558A7E-6E81-4799-8DB2-31153954E668}" dt="2025-04-14T06:17:09.267" v="2073" actId="478"/>
        <pc:sldMkLst>
          <pc:docMk/>
          <pc:sldMk cId="3977153155" sldId="2147480998"/>
        </pc:sldMkLst>
      </pc:sldChg>
      <pc:sldChg chg="delSp modSp mod">
        <pc:chgData name="Youssef M. AlBathy" userId="dc9cd156-8ff7-4272-a537-ec06ebfad720" providerId="ADAL" clId="{45558A7E-6E81-4799-8DB2-31153954E668}" dt="2025-04-14T06:25:00.115" v="2091" actId="1076"/>
        <pc:sldMkLst>
          <pc:docMk/>
          <pc:sldMk cId="3684917431" sldId="2147480999"/>
        </pc:sldMkLst>
      </pc:sldChg>
      <pc:sldChg chg="addSp delSp modSp mod">
        <pc:chgData name="Youssef M. AlBathy" userId="dc9cd156-8ff7-4272-a537-ec06ebfad720" providerId="ADAL" clId="{45558A7E-6E81-4799-8DB2-31153954E668}" dt="2025-04-14T06:28:33.552" v="2094" actId="1076"/>
        <pc:sldMkLst>
          <pc:docMk/>
          <pc:sldMk cId="4158128257" sldId="2147481000"/>
        </pc:sldMkLst>
      </pc:sldChg>
      <pc:sldChg chg="delSp modSp mod">
        <pc:chgData name="Youssef M. AlBathy" userId="dc9cd156-8ff7-4272-a537-ec06ebfad720" providerId="ADAL" clId="{45558A7E-6E81-4799-8DB2-31153954E668}" dt="2025-04-14T06:29:36.738" v="2097" actId="478"/>
        <pc:sldMkLst>
          <pc:docMk/>
          <pc:sldMk cId="4067120482" sldId="2147481001"/>
        </pc:sldMkLst>
      </pc:sldChg>
      <pc:sldChg chg="addSp delSp modSp mod">
        <pc:chgData name="Youssef M. AlBathy" userId="dc9cd156-8ff7-4272-a537-ec06ebfad720" providerId="ADAL" clId="{45558A7E-6E81-4799-8DB2-31153954E668}" dt="2025-04-14T06:10:40.856" v="2060" actId="478"/>
        <pc:sldMkLst>
          <pc:docMk/>
          <pc:sldMk cId="3198960341" sldId="2147481002"/>
        </pc:sldMkLst>
      </pc:sldChg>
      <pc:sldChg chg="delSp modSp mod">
        <pc:chgData name="Youssef M. AlBathy" userId="dc9cd156-8ff7-4272-a537-ec06ebfad720" providerId="ADAL" clId="{45558A7E-6E81-4799-8DB2-31153954E668}" dt="2025-04-14T06:48:42.670" v="2118" actId="13926"/>
        <pc:sldMkLst>
          <pc:docMk/>
          <pc:sldMk cId="2027725724" sldId="2147481003"/>
        </pc:sldMkLst>
      </pc:sldChg>
      <pc:sldChg chg="delSp modSp mod">
        <pc:chgData name="Youssef M. AlBathy" userId="dc9cd156-8ff7-4272-a537-ec06ebfad720" providerId="ADAL" clId="{45558A7E-6E81-4799-8DB2-31153954E668}" dt="2025-04-14T06:48:52.565" v="2120" actId="13926"/>
        <pc:sldMkLst>
          <pc:docMk/>
          <pc:sldMk cId="3366851171" sldId="2147481004"/>
        </pc:sldMkLst>
      </pc:sldChg>
      <pc:sldChg chg="addSp delSp modSp mod">
        <pc:chgData name="Youssef M. AlBathy" userId="dc9cd156-8ff7-4272-a537-ec06ebfad720" providerId="ADAL" clId="{45558A7E-6E81-4799-8DB2-31153954E668}" dt="2025-04-14T07:00:43.675" v="2156" actId="20577"/>
        <pc:sldMkLst>
          <pc:docMk/>
          <pc:sldMk cId="88230944" sldId="2147481005"/>
        </pc:sldMkLst>
      </pc:sldChg>
      <pc:sldChg chg="delSp modSp mod">
        <pc:chgData name="Youssef M. AlBathy" userId="dc9cd156-8ff7-4272-a537-ec06ebfad720" providerId="ADAL" clId="{45558A7E-6E81-4799-8DB2-31153954E668}" dt="2025-04-14T07:01:01.772" v="2161" actId="20577"/>
        <pc:sldMkLst>
          <pc:docMk/>
          <pc:sldMk cId="2376544339" sldId="2147481006"/>
        </pc:sldMkLst>
      </pc:sldChg>
      <pc:sldChg chg="delSp modSp mod">
        <pc:chgData name="Youssef M. AlBathy" userId="dc9cd156-8ff7-4272-a537-ec06ebfad720" providerId="ADAL" clId="{45558A7E-6E81-4799-8DB2-31153954E668}" dt="2025-04-14T07:01:32.377" v="2167" actId="1076"/>
        <pc:sldMkLst>
          <pc:docMk/>
          <pc:sldMk cId="1865029229" sldId="2147481007"/>
        </pc:sldMkLst>
      </pc:sldChg>
      <pc:sldChg chg="del ord">
        <pc:chgData name="Youssef M. AlBathy" userId="dc9cd156-8ff7-4272-a537-ec06ebfad720" providerId="ADAL" clId="{45558A7E-6E81-4799-8DB2-31153954E668}" dt="2025-04-14T05:44:59.207" v="1491" actId="47"/>
        <pc:sldMkLst>
          <pc:docMk/>
          <pc:sldMk cId="3975717633" sldId="2147481009"/>
        </pc:sldMkLst>
      </pc:sldChg>
      <pc:sldChg chg="modSp add mod ord">
        <pc:chgData name="Youssef M. AlBathy" userId="dc9cd156-8ff7-4272-a537-ec06ebfad720" providerId="ADAL" clId="{45558A7E-6E81-4799-8DB2-31153954E668}" dt="2025-04-13T11:26:18.390" v="139"/>
        <pc:sldMkLst>
          <pc:docMk/>
          <pc:sldMk cId="3729992264" sldId="2147481010"/>
        </pc:sldMkLst>
      </pc:sldChg>
      <pc:sldChg chg="add del">
        <pc:chgData name="Youssef M. AlBathy" userId="dc9cd156-8ff7-4272-a537-ec06ebfad720" providerId="ADAL" clId="{45558A7E-6E81-4799-8DB2-31153954E668}" dt="2025-04-13T11:12:14.756" v="59"/>
        <pc:sldMkLst>
          <pc:docMk/>
          <pc:sldMk cId="762103338" sldId="2147481011"/>
        </pc:sldMkLst>
      </pc:sldChg>
      <pc:sldChg chg="modSp add mod ord">
        <pc:chgData name="Youssef M. AlBathy" userId="dc9cd156-8ff7-4272-a537-ec06ebfad720" providerId="ADAL" clId="{45558A7E-6E81-4799-8DB2-31153954E668}" dt="2025-04-13T12:28:01.801" v="241" actId="2711"/>
        <pc:sldMkLst>
          <pc:docMk/>
          <pc:sldMk cId="875475639" sldId="2147481011"/>
        </pc:sldMkLst>
      </pc:sldChg>
      <pc:sldChg chg="addSp modSp add del mod">
        <pc:chgData name="Youssef M. AlBathy" userId="dc9cd156-8ff7-4272-a537-ec06ebfad720" providerId="ADAL" clId="{45558A7E-6E81-4799-8DB2-31153954E668}" dt="2025-04-13T11:11:21.797" v="57"/>
        <pc:sldMkLst>
          <pc:docMk/>
          <pc:sldMk cId="1795247595" sldId="2147481011"/>
        </pc:sldMkLst>
      </pc:sldChg>
      <pc:sldChg chg="add del">
        <pc:chgData name="Youssef M. AlBathy" userId="dc9cd156-8ff7-4272-a537-ec06ebfad720" providerId="ADAL" clId="{45558A7E-6E81-4799-8DB2-31153954E668}" dt="2025-04-13T11:06:24.086" v="49"/>
        <pc:sldMkLst>
          <pc:docMk/>
          <pc:sldMk cId="4046905090" sldId="2147481011"/>
        </pc:sldMkLst>
      </pc:sldChg>
      <pc:sldChg chg="add del">
        <pc:chgData name="Youssef M. AlBathy" userId="dc9cd156-8ff7-4272-a537-ec06ebfad720" providerId="ADAL" clId="{45558A7E-6E81-4799-8DB2-31153954E668}" dt="2025-04-14T11:21:51.637" v="2219"/>
        <pc:sldMkLst>
          <pc:docMk/>
          <pc:sldMk cId="1727400085" sldId="2147481012"/>
        </pc:sldMkLst>
      </pc:sldChg>
      <pc:sldChg chg="addSp delSp modSp add mod">
        <pc:chgData name="Youssef M. AlBathy" userId="dc9cd156-8ff7-4272-a537-ec06ebfad720" providerId="ADAL" clId="{45558A7E-6E81-4799-8DB2-31153954E668}" dt="2025-04-14T11:24:39.875" v="2364" actId="1076"/>
        <pc:sldMkLst>
          <pc:docMk/>
          <pc:sldMk cId="2924023247" sldId="2147481012"/>
        </pc:sldMkLst>
      </pc:sldChg>
    </pc:docChg>
  </pc:docChgLst>
  <pc:docChgLst>
    <pc:chgData name="Mohammed A. Abugroon" userId="S::m.abugroon.p@tbc.sa::f2935676-aa83-4c4c-936e-1fb11a501f6f" providerId="AD" clId="Web-{D30B4A1A-8D54-A333-C934-41C681C94604}"/>
    <pc:docChg chg="modSld">
      <pc:chgData name="Mohammed A. Abugroon" userId="S::m.abugroon.p@tbc.sa::f2935676-aa83-4c4c-936e-1fb11a501f6f" providerId="AD" clId="Web-{D30B4A1A-8D54-A333-C934-41C681C94604}" dt="2025-04-15T10:31:19.001" v="21" actId="20577"/>
      <pc:docMkLst>
        <pc:docMk/>
      </pc:docMkLst>
      <pc:sldChg chg="modSp">
        <pc:chgData name="Mohammed A. Abugroon" userId="S::m.abugroon.p@tbc.sa::f2935676-aa83-4c4c-936e-1fb11a501f6f" providerId="AD" clId="Web-{D30B4A1A-8D54-A333-C934-41C681C94604}" dt="2025-04-15T10:28:15.479" v="9" actId="20577"/>
        <pc:sldMkLst>
          <pc:docMk/>
          <pc:sldMk cId="1916980256" sldId="2147480958"/>
        </pc:sldMkLst>
      </pc:sldChg>
      <pc:sldChg chg="modSp">
        <pc:chgData name="Mohammed A. Abugroon" userId="S::m.abugroon.p@tbc.sa::f2935676-aa83-4c4c-936e-1fb11a501f6f" providerId="AD" clId="Web-{D30B4A1A-8D54-A333-C934-41C681C94604}" dt="2025-04-15T10:28:28.933" v="10" actId="20577"/>
        <pc:sldMkLst>
          <pc:docMk/>
          <pc:sldMk cId="967225027" sldId="2147480993"/>
        </pc:sldMkLst>
      </pc:sldChg>
      <pc:sldChg chg="modSp">
        <pc:chgData name="Mohammed A. Abugroon" userId="S::m.abugroon.p@tbc.sa::f2935676-aa83-4c4c-936e-1fb11a501f6f" providerId="AD" clId="Web-{D30B4A1A-8D54-A333-C934-41C681C94604}" dt="2025-04-15T10:28:41.964" v="11" actId="20577"/>
        <pc:sldMkLst>
          <pc:docMk/>
          <pc:sldMk cId="2811812276" sldId="2147480994"/>
        </pc:sldMkLst>
      </pc:sldChg>
      <pc:sldChg chg="modSp">
        <pc:chgData name="Mohammed A. Abugroon" userId="S::m.abugroon.p@tbc.sa::f2935676-aa83-4c4c-936e-1fb11a501f6f" providerId="AD" clId="Web-{D30B4A1A-8D54-A333-C934-41C681C94604}" dt="2025-04-15T10:29:41.388" v="12" actId="20577"/>
        <pc:sldMkLst>
          <pc:docMk/>
          <pc:sldMk cId="230499391" sldId="2147480995"/>
        </pc:sldMkLst>
      </pc:sldChg>
      <pc:sldChg chg="modSp">
        <pc:chgData name="Mohammed A. Abugroon" userId="S::m.abugroon.p@tbc.sa::f2935676-aa83-4c4c-936e-1fb11a501f6f" providerId="AD" clId="Web-{D30B4A1A-8D54-A333-C934-41C681C94604}" dt="2025-04-15T10:30:08.467" v="14" actId="20577"/>
        <pc:sldMkLst>
          <pc:docMk/>
          <pc:sldMk cId="962196303" sldId="2147480996"/>
        </pc:sldMkLst>
      </pc:sldChg>
      <pc:sldChg chg="modSp">
        <pc:chgData name="Mohammed A. Abugroon" userId="S::m.abugroon.p@tbc.sa::f2935676-aa83-4c4c-936e-1fb11a501f6f" providerId="AD" clId="Web-{D30B4A1A-8D54-A333-C934-41C681C94604}" dt="2025-04-15T10:30:20.858" v="16" actId="20577"/>
        <pc:sldMkLst>
          <pc:docMk/>
          <pc:sldMk cId="1864947676" sldId="2147480997"/>
        </pc:sldMkLst>
      </pc:sldChg>
      <pc:sldChg chg="modSp">
        <pc:chgData name="Mohammed A. Abugroon" userId="S::m.abugroon.p@tbc.sa::f2935676-aa83-4c4c-936e-1fb11a501f6f" providerId="AD" clId="Web-{D30B4A1A-8D54-A333-C934-41C681C94604}" dt="2025-04-15T10:30:35.468" v="17" actId="20577"/>
        <pc:sldMkLst>
          <pc:docMk/>
          <pc:sldMk cId="3977153155" sldId="2147480998"/>
        </pc:sldMkLst>
      </pc:sldChg>
      <pc:sldChg chg="modSp">
        <pc:chgData name="Mohammed A. Abugroon" userId="S::m.abugroon.p@tbc.sa::f2935676-aa83-4c4c-936e-1fb11a501f6f" providerId="AD" clId="Web-{D30B4A1A-8D54-A333-C934-41C681C94604}" dt="2025-04-15T10:30:54.906" v="19" actId="20577"/>
        <pc:sldMkLst>
          <pc:docMk/>
          <pc:sldMk cId="3684917431" sldId="2147480999"/>
        </pc:sldMkLst>
      </pc:sldChg>
      <pc:sldChg chg="modSp">
        <pc:chgData name="Mohammed A. Abugroon" userId="S::m.abugroon.p@tbc.sa::f2935676-aa83-4c4c-936e-1fb11a501f6f" providerId="AD" clId="Web-{D30B4A1A-8D54-A333-C934-41C681C94604}" dt="2025-04-15T10:31:19.001" v="21" actId="20577"/>
        <pc:sldMkLst>
          <pc:docMk/>
          <pc:sldMk cId="4158128257" sldId="2147481000"/>
        </pc:sldMkLst>
      </pc:sldChg>
    </pc:docChg>
  </pc:docChgLst>
  <pc:docChgLst>
    <pc:chgData name="Rayyan N. Addar" userId="2ad411bd-2cdf-4914-8f94-442f44de5089" providerId="ADAL" clId="{D4AC77D7-6C97-4D76-AC3B-D54C26635972}"/>
    <pc:docChg chg="modSld">
      <pc:chgData name="Rayyan N. Addar" userId="2ad411bd-2cdf-4914-8f94-442f44de5089" providerId="ADAL" clId="{D4AC77D7-6C97-4D76-AC3B-D54C26635972}" dt="2025-10-02T06:52:31.897" v="74" actId="20577"/>
      <pc:docMkLst>
        <pc:docMk/>
      </pc:docMkLst>
      <pc:sldChg chg="modSp mod">
        <pc:chgData name="Rayyan N. Addar" userId="2ad411bd-2cdf-4914-8f94-442f44de5089" providerId="ADAL" clId="{D4AC77D7-6C97-4D76-AC3B-D54C26635972}" dt="2025-10-02T06:52:31.897" v="74" actId="20577"/>
        <pc:sldMkLst>
          <pc:docMk/>
          <pc:sldMk cId="1708605183" sldId="2147480885"/>
        </pc:sldMkLst>
        <pc:spChg chg="mod">
          <ac:chgData name="Rayyan N. Addar" userId="2ad411bd-2cdf-4914-8f94-442f44de5089" providerId="ADAL" clId="{D4AC77D7-6C97-4D76-AC3B-D54C26635972}" dt="2025-10-02T06:52:31.897" v="74" actId="20577"/>
          <ac:spMkLst>
            <pc:docMk/>
            <pc:sldMk cId="1708605183" sldId="2147480885"/>
            <ac:spMk id="2" creationId="{7AD9C4F6-1753-20C5-8991-4450175D2079}"/>
          </ac:spMkLst>
        </pc:spChg>
      </pc:sldChg>
    </pc:docChg>
  </pc:docChgLst>
  <pc:docChgLst>
    <pc:chgData name="Meshari Alfarhan" userId="S::mfarhan_tetco.sa#ext#@tbcsa1.onmicrosoft.com::b5116574-fab4-49af-bf71-4112fe0f211e" providerId="AD" clId="Web-{2CFAA2C1-1526-87A9-4DA3-F50AFE46B9C5}"/>
    <pc:docChg chg="modSld">
      <pc:chgData name="Meshari Alfarhan" userId="S::mfarhan_tetco.sa#ext#@tbcsa1.onmicrosoft.com::b5116574-fab4-49af-bf71-4112fe0f211e" providerId="AD" clId="Web-{2CFAA2C1-1526-87A9-4DA3-F50AFE46B9C5}" dt="2025-04-15T06:15:08.776" v="57" actId="20577"/>
      <pc:docMkLst>
        <pc:docMk/>
      </pc:docMkLst>
      <pc:sldChg chg="modSp">
        <pc:chgData name="Meshari Alfarhan" userId="S::mfarhan_tetco.sa#ext#@tbcsa1.onmicrosoft.com::b5116574-fab4-49af-bf71-4112fe0f211e" providerId="AD" clId="Web-{2CFAA2C1-1526-87A9-4DA3-F50AFE46B9C5}" dt="2025-04-15T06:15:08.776" v="57" actId="20577"/>
        <pc:sldMkLst>
          <pc:docMk/>
          <pc:sldMk cId="3563934295" sldId="2147481013"/>
        </pc:sldMkLst>
      </pc:sldChg>
    </pc:docChg>
  </pc:docChgLst>
  <pc:docChgLst>
    <pc:chgData name="Mouneerah N. Aljuraeed" userId="S::maljuraeed_talemia.sa#ext#@tbcsa1.onmicrosoft.com::31084b47-8f17-4658-8d64-e3e7f2b1c6b1" providerId="AD" clId="Web-{F2550AB5-17DD-E699-3A01-DDC246AF4926}"/>
    <pc:docChg chg="modSld">
      <pc:chgData name="Mouneerah N. Aljuraeed" userId="S::maljuraeed_talemia.sa#ext#@tbcsa1.onmicrosoft.com::31084b47-8f17-4658-8d64-e3e7f2b1c6b1" providerId="AD" clId="Web-{F2550AB5-17DD-E699-3A01-DDC246AF4926}" dt="2025-04-16T05:47:34.791" v="2" actId="20577"/>
      <pc:docMkLst>
        <pc:docMk/>
      </pc:docMkLst>
      <pc:sldChg chg="modSp">
        <pc:chgData name="Mouneerah N. Aljuraeed" userId="S::maljuraeed_talemia.sa#ext#@tbcsa1.onmicrosoft.com::31084b47-8f17-4658-8d64-e3e7f2b1c6b1" providerId="AD" clId="Web-{F2550AB5-17DD-E699-3A01-DDC246AF4926}" dt="2025-04-16T05:47:34.791" v="2" actId="20577"/>
        <pc:sldMkLst>
          <pc:docMk/>
          <pc:sldMk cId="4274520516" sldId="2147480921"/>
        </pc:sldMkLst>
      </pc:sldChg>
    </pc:docChg>
  </pc:docChgLst>
  <pc:docChgLst>
    <pc:chgData name="Bader M. Alayadhi" userId="64b65086-471d-4dc9-9fdb-e97e255b53f9" providerId="ADAL" clId="{404F8DAC-ACD7-49B2-BEDF-CB8E7AD73915}"/>
    <pc:docChg chg="modSld">
      <pc:chgData name="Bader M. Alayadhi" userId="64b65086-471d-4dc9-9fdb-e97e255b53f9" providerId="ADAL" clId="{404F8DAC-ACD7-49B2-BEDF-CB8E7AD73915}" dt="2025-04-29T05:55:57.426" v="0" actId="1076"/>
      <pc:docMkLst>
        <pc:docMk/>
      </pc:docMkLst>
      <pc:sldChg chg="modSp mod">
        <pc:chgData name="Bader M. Alayadhi" userId="64b65086-471d-4dc9-9fdb-e97e255b53f9" providerId="ADAL" clId="{404F8DAC-ACD7-49B2-BEDF-CB8E7AD73915}" dt="2025-04-29T05:55:57.426" v="0" actId="1076"/>
        <pc:sldMkLst>
          <pc:docMk/>
          <pc:sldMk cId="1864947676" sldId="2147480997"/>
        </pc:sldMkLst>
      </pc:sldChg>
    </pc:docChg>
  </pc:docChgLst>
  <pc:docChgLst>
    <pc:chgData name="Alaa A. Mohammad" userId="S::amohammad_talemia.sa#ext#@tbcsa1.onmicrosoft.com::e1760b7c-1ff9-4d96-a527-954f575106e5" providerId="AD" clId="Web-{0DEFC6A6-8594-3756-4842-52813E299122}"/>
    <pc:docChg chg="modSld">
      <pc:chgData name="Alaa A. Mohammad" userId="S::amohammad_talemia.sa#ext#@tbcsa1.onmicrosoft.com::e1760b7c-1ff9-4d96-a527-954f575106e5" providerId="AD" clId="Web-{0DEFC6A6-8594-3756-4842-52813E299122}" dt="2025-04-15T11:57:49.710" v="26" actId="20577"/>
      <pc:docMkLst>
        <pc:docMk/>
      </pc:docMkLst>
      <pc:sldChg chg="modSp">
        <pc:chgData name="Alaa A. Mohammad" userId="S::amohammad_talemia.sa#ext#@tbcsa1.onmicrosoft.com::e1760b7c-1ff9-4d96-a527-954f575106e5" providerId="AD" clId="Web-{0DEFC6A6-8594-3756-4842-52813E299122}" dt="2025-04-15T11:36:13.655" v="6" actId="20577"/>
        <pc:sldMkLst>
          <pc:docMk/>
          <pc:sldMk cId="4274520516" sldId="2147480921"/>
        </pc:sldMkLst>
      </pc:sldChg>
      <pc:sldChg chg="modSp">
        <pc:chgData name="Alaa A. Mohammad" userId="S::amohammad_talemia.sa#ext#@tbcsa1.onmicrosoft.com::e1760b7c-1ff9-4d96-a527-954f575106e5" providerId="AD" clId="Web-{0DEFC6A6-8594-3756-4842-52813E299122}" dt="2025-04-15T11:40:30.579" v="23"/>
        <pc:sldMkLst>
          <pc:docMk/>
          <pc:sldMk cId="2365742215" sldId="2147480945"/>
        </pc:sldMkLst>
      </pc:sldChg>
      <pc:sldChg chg="modSp">
        <pc:chgData name="Alaa A. Mohammad" userId="S::amohammad_talemia.sa#ext#@tbcsa1.onmicrosoft.com::e1760b7c-1ff9-4d96-a527-954f575106e5" providerId="AD" clId="Web-{0DEFC6A6-8594-3756-4842-52813E299122}" dt="2025-04-15T11:38:46.213" v="18" actId="20577"/>
        <pc:sldMkLst>
          <pc:docMk/>
          <pc:sldMk cId="689688471" sldId="2147480952"/>
        </pc:sldMkLst>
      </pc:sldChg>
      <pc:sldChg chg="modSp">
        <pc:chgData name="Alaa A. Mohammad" userId="S::amohammad_talemia.sa#ext#@tbcsa1.onmicrosoft.com::e1760b7c-1ff9-4d96-a527-954f575106e5" providerId="AD" clId="Web-{0DEFC6A6-8594-3756-4842-52813E299122}" dt="2025-04-15T11:57:49.710" v="26" actId="20577"/>
        <pc:sldMkLst>
          <pc:docMk/>
          <pc:sldMk cId="1817753648" sldId="2147480957"/>
        </pc:sldMkLst>
      </pc:sldChg>
      <pc:sldChg chg="modSp">
        <pc:chgData name="Alaa A. Mohammad" userId="S::amohammad_talemia.sa#ext#@tbcsa1.onmicrosoft.com::e1760b7c-1ff9-4d96-a527-954f575106e5" providerId="AD" clId="Web-{0DEFC6A6-8594-3756-4842-52813E299122}" dt="2025-04-15T11:37:05.534" v="8" actId="20577"/>
        <pc:sldMkLst>
          <pc:docMk/>
          <pc:sldMk cId="2533280395" sldId="2147480959"/>
        </pc:sldMkLst>
      </pc:sldChg>
    </pc:docChg>
  </pc:docChgLst>
  <pc:docChgLst>
    <pc:chgData name="Meshari Alfarhan" userId="S::mfarhan_tetco.sa#ext#@tbcsa1.onmicrosoft.com::b5116574-fab4-49af-bf71-4112fe0f211e" providerId="AD" clId="Web-{2FD2E012-9C8A-E4EF-54DE-E2BBAFD98DE7}"/>
    <pc:docChg chg="mod">
      <pc:chgData name="Meshari Alfarhan" userId="S::mfarhan_tetco.sa#ext#@tbcsa1.onmicrosoft.com::b5116574-fab4-49af-bf71-4112fe0f211e" providerId="AD" clId="Web-{2FD2E012-9C8A-E4EF-54DE-E2BBAFD98DE7}" dt="2025-04-14T18:24:22.516" v="0" actId="33475"/>
      <pc:docMkLst>
        <pc:docMk/>
      </pc:docMkLst>
    </pc:docChg>
  </pc:docChgLst>
  <pc:docChgLst>
    <pc:chgData name="Rayyan N. Addar" userId="2ad411bd-2cdf-4914-8f94-442f44de5089" providerId="ADAL" clId="{C20EA527-6251-4CCE-A1D7-6A0FEE93F9C8}"/>
    <pc:docChg chg="undo custSel addSld delSld modSld sldOrd">
      <pc:chgData name="Rayyan N. Addar" userId="2ad411bd-2cdf-4914-8f94-442f44de5089" providerId="ADAL" clId="{C20EA527-6251-4CCE-A1D7-6A0FEE93F9C8}" dt="2025-07-31T11:03:11.941" v="2893" actId="20577"/>
      <pc:docMkLst>
        <pc:docMk/>
      </pc:docMkLst>
      <pc:sldChg chg="modTransition">
        <pc:chgData name="Rayyan N. Addar" userId="2ad411bd-2cdf-4914-8f94-442f44de5089" providerId="ADAL" clId="{C20EA527-6251-4CCE-A1D7-6A0FEE93F9C8}" dt="2025-06-23T12:45:18.291" v="1083"/>
        <pc:sldMkLst>
          <pc:docMk/>
          <pc:sldMk cId="1708605183" sldId="2147480885"/>
        </pc:sldMkLst>
      </pc:sldChg>
      <pc:sldChg chg="ord">
        <pc:chgData name="Rayyan N. Addar" userId="2ad411bd-2cdf-4914-8f94-442f44de5089" providerId="ADAL" clId="{C20EA527-6251-4CCE-A1D7-6A0FEE93F9C8}" dt="2025-06-17T05:37:19.719" v="4"/>
        <pc:sldMkLst>
          <pc:docMk/>
          <pc:sldMk cId="2864132010" sldId="2147480894"/>
        </pc:sldMkLst>
      </pc:sldChg>
      <pc:sldChg chg="del">
        <pc:chgData name="Rayyan N. Addar" userId="2ad411bd-2cdf-4914-8f94-442f44de5089" providerId="ADAL" clId="{C20EA527-6251-4CCE-A1D7-6A0FEE93F9C8}" dt="2025-06-17T05:39:02.118" v="56" actId="47"/>
        <pc:sldMkLst>
          <pc:docMk/>
          <pc:sldMk cId="417020617" sldId="2147480920"/>
        </pc:sldMkLst>
      </pc:sldChg>
      <pc:sldChg chg="del">
        <pc:chgData name="Rayyan N. Addar" userId="2ad411bd-2cdf-4914-8f94-442f44de5089" providerId="ADAL" clId="{C20EA527-6251-4CCE-A1D7-6A0FEE93F9C8}" dt="2025-06-17T05:38:59.372" v="54" actId="47"/>
        <pc:sldMkLst>
          <pc:docMk/>
          <pc:sldMk cId="4274520516" sldId="2147480921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2683252328" sldId="2147480942"/>
        </pc:sldMkLst>
      </pc:sldChg>
      <pc:sldChg chg="del">
        <pc:chgData name="Rayyan N. Addar" userId="2ad411bd-2cdf-4914-8f94-442f44de5089" providerId="ADAL" clId="{C20EA527-6251-4CCE-A1D7-6A0FEE93F9C8}" dt="2025-06-17T05:40:25.826" v="85" actId="47"/>
        <pc:sldMkLst>
          <pc:docMk/>
          <pc:sldMk cId="3156763102" sldId="2147480943"/>
        </pc:sldMkLst>
      </pc:sldChg>
      <pc:sldChg chg="del ord">
        <pc:chgData name="Rayyan N. Addar" userId="2ad411bd-2cdf-4914-8f94-442f44de5089" providerId="ADAL" clId="{C20EA527-6251-4CCE-A1D7-6A0FEE93F9C8}" dt="2025-06-17T05:40:25.046" v="84" actId="47"/>
        <pc:sldMkLst>
          <pc:docMk/>
          <pc:sldMk cId="2365742215" sldId="2147480945"/>
        </pc:sldMkLst>
      </pc:sldChg>
      <pc:sldChg chg="del">
        <pc:chgData name="Rayyan N. Addar" userId="2ad411bd-2cdf-4914-8f94-442f44de5089" providerId="ADAL" clId="{C20EA527-6251-4CCE-A1D7-6A0FEE93F9C8}" dt="2025-06-17T05:40:18.648" v="82" actId="47"/>
        <pc:sldMkLst>
          <pc:docMk/>
          <pc:sldMk cId="689688471" sldId="2147480952"/>
        </pc:sldMkLst>
      </pc:sldChg>
      <pc:sldChg chg="addSp delSp modSp del mod">
        <pc:chgData name="Rayyan N. Addar" userId="2ad411bd-2cdf-4914-8f94-442f44de5089" providerId="ADAL" clId="{C20EA527-6251-4CCE-A1D7-6A0FEE93F9C8}" dt="2025-06-21T09:13:24.297" v="620" actId="47"/>
        <pc:sldMkLst>
          <pc:docMk/>
          <pc:sldMk cId="1817753648" sldId="2147480957"/>
        </pc:sldMkLst>
      </pc:sldChg>
      <pc:sldChg chg="del">
        <pc:chgData name="Rayyan N. Addar" userId="2ad411bd-2cdf-4914-8f94-442f44de5089" providerId="ADAL" clId="{C20EA527-6251-4CCE-A1D7-6A0FEE93F9C8}" dt="2025-06-17T05:39:03.453" v="57" actId="47"/>
        <pc:sldMkLst>
          <pc:docMk/>
          <pc:sldMk cId="1916980256" sldId="2147480958"/>
        </pc:sldMkLst>
      </pc:sldChg>
      <pc:sldChg chg="del">
        <pc:chgData name="Rayyan N. Addar" userId="2ad411bd-2cdf-4914-8f94-442f44de5089" providerId="ADAL" clId="{C20EA527-6251-4CCE-A1D7-6A0FEE93F9C8}" dt="2025-06-17T05:38:57.588" v="53" actId="47"/>
        <pc:sldMkLst>
          <pc:docMk/>
          <pc:sldMk cId="2533280395" sldId="2147480959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2247960007" sldId="2147480960"/>
        </pc:sldMkLst>
      </pc:sldChg>
      <pc:sldChg chg="del">
        <pc:chgData name="Rayyan N. Addar" userId="2ad411bd-2cdf-4914-8f94-442f44de5089" providerId="ADAL" clId="{C20EA527-6251-4CCE-A1D7-6A0FEE93F9C8}" dt="2025-06-17T05:39:08.625" v="59" actId="47"/>
        <pc:sldMkLst>
          <pc:docMk/>
          <pc:sldMk cId="3151961999" sldId="2147480965"/>
        </pc:sldMkLst>
      </pc:sldChg>
      <pc:sldChg chg="del">
        <pc:chgData name="Rayyan N. Addar" userId="2ad411bd-2cdf-4914-8f94-442f44de5089" providerId="ADAL" clId="{C20EA527-6251-4CCE-A1D7-6A0FEE93F9C8}" dt="2025-06-17T05:39:11.386" v="61" actId="47"/>
        <pc:sldMkLst>
          <pc:docMk/>
          <pc:sldMk cId="2358769996" sldId="2147480967"/>
        </pc:sldMkLst>
      </pc:sldChg>
      <pc:sldChg chg="del">
        <pc:chgData name="Rayyan N. Addar" userId="2ad411bd-2cdf-4914-8f94-442f44de5089" providerId="ADAL" clId="{C20EA527-6251-4CCE-A1D7-6A0FEE93F9C8}" dt="2025-06-17T05:39:13.581" v="63" actId="47"/>
        <pc:sldMkLst>
          <pc:docMk/>
          <pc:sldMk cId="3348741643" sldId="2147480969"/>
        </pc:sldMkLst>
      </pc:sldChg>
      <pc:sldChg chg="del">
        <pc:chgData name="Rayyan N. Addar" userId="2ad411bd-2cdf-4914-8f94-442f44de5089" providerId="ADAL" clId="{C20EA527-6251-4CCE-A1D7-6A0FEE93F9C8}" dt="2025-06-17T05:39:18.528" v="65" actId="47"/>
        <pc:sldMkLst>
          <pc:docMk/>
          <pc:sldMk cId="2171426282" sldId="2147480971"/>
        </pc:sldMkLst>
      </pc:sldChg>
      <pc:sldChg chg="del">
        <pc:chgData name="Rayyan N. Addar" userId="2ad411bd-2cdf-4914-8f94-442f44de5089" providerId="ADAL" clId="{C20EA527-6251-4CCE-A1D7-6A0FEE93F9C8}" dt="2025-06-17T05:39:22.622" v="66" actId="47"/>
        <pc:sldMkLst>
          <pc:docMk/>
          <pc:sldMk cId="2505648512" sldId="2147480973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3774751743" sldId="2147480979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3529952186" sldId="2147480981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1295651710" sldId="2147480983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1565693108" sldId="2147480985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1853823948" sldId="2147480987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3591468633" sldId="2147480989"/>
        </pc:sldMkLst>
      </pc:sldChg>
      <pc:sldChg chg="del">
        <pc:chgData name="Rayyan N. Addar" userId="2ad411bd-2cdf-4914-8f94-442f44de5089" providerId="ADAL" clId="{C20EA527-6251-4CCE-A1D7-6A0FEE93F9C8}" dt="2025-06-17T05:39:05.879" v="58" actId="47"/>
        <pc:sldMkLst>
          <pc:docMk/>
          <pc:sldMk cId="967225027" sldId="2147480993"/>
        </pc:sldMkLst>
      </pc:sldChg>
      <pc:sldChg chg="del">
        <pc:chgData name="Rayyan N. Addar" userId="2ad411bd-2cdf-4914-8f94-442f44de5089" providerId="ADAL" clId="{C20EA527-6251-4CCE-A1D7-6A0FEE93F9C8}" dt="2025-06-17T05:38:51.936" v="52" actId="47"/>
        <pc:sldMkLst>
          <pc:docMk/>
          <pc:sldMk cId="2811812276" sldId="2147480994"/>
        </pc:sldMkLst>
      </pc:sldChg>
      <pc:sldChg chg="del">
        <pc:chgData name="Rayyan N. Addar" userId="2ad411bd-2cdf-4914-8f94-442f44de5089" providerId="ADAL" clId="{C20EA527-6251-4CCE-A1D7-6A0FEE93F9C8}" dt="2025-06-17T05:39:09.574" v="60" actId="47"/>
        <pc:sldMkLst>
          <pc:docMk/>
          <pc:sldMk cId="230499391" sldId="2147480995"/>
        </pc:sldMkLst>
      </pc:sldChg>
      <pc:sldChg chg="del">
        <pc:chgData name="Rayyan N. Addar" userId="2ad411bd-2cdf-4914-8f94-442f44de5089" providerId="ADAL" clId="{C20EA527-6251-4CCE-A1D7-6A0FEE93F9C8}" dt="2025-06-17T05:39:12.218" v="62" actId="47"/>
        <pc:sldMkLst>
          <pc:docMk/>
          <pc:sldMk cId="962196303" sldId="2147480996"/>
        </pc:sldMkLst>
      </pc:sldChg>
      <pc:sldChg chg="del">
        <pc:chgData name="Rayyan N. Addar" userId="2ad411bd-2cdf-4914-8f94-442f44de5089" providerId="ADAL" clId="{C20EA527-6251-4CCE-A1D7-6A0FEE93F9C8}" dt="2025-06-17T05:39:14.698" v="64" actId="47"/>
        <pc:sldMkLst>
          <pc:docMk/>
          <pc:sldMk cId="1864947676" sldId="2147480997"/>
        </pc:sldMkLst>
      </pc:sldChg>
      <pc:sldChg chg="del">
        <pc:chgData name="Rayyan N. Addar" userId="2ad411bd-2cdf-4914-8f94-442f44de5089" providerId="ADAL" clId="{C20EA527-6251-4CCE-A1D7-6A0FEE93F9C8}" dt="2025-06-17T05:39:22.622" v="66" actId="47"/>
        <pc:sldMkLst>
          <pc:docMk/>
          <pc:sldMk cId="3977153155" sldId="2147480998"/>
        </pc:sldMkLst>
      </pc:sldChg>
      <pc:sldChg chg="del">
        <pc:chgData name="Rayyan N. Addar" userId="2ad411bd-2cdf-4914-8f94-442f44de5089" providerId="ADAL" clId="{C20EA527-6251-4CCE-A1D7-6A0FEE93F9C8}" dt="2025-06-17T05:39:22.622" v="66" actId="47"/>
        <pc:sldMkLst>
          <pc:docMk/>
          <pc:sldMk cId="3684917431" sldId="2147480999"/>
        </pc:sldMkLst>
      </pc:sldChg>
      <pc:sldChg chg="del">
        <pc:chgData name="Rayyan N. Addar" userId="2ad411bd-2cdf-4914-8f94-442f44de5089" providerId="ADAL" clId="{C20EA527-6251-4CCE-A1D7-6A0FEE93F9C8}" dt="2025-06-17T05:39:28.173" v="67" actId="47"/>
        <pc:sldMkLst>
          <pc:docMk/>
          <pc:sldMk cId="4158128257" sldId="2147481000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4067120482" sldId="2147481001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3198960341" sldId="2147481002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2027725724" sldId="2147481003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3366851171" sldId="2147481004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88230944" sldId="2147481005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2376544339" sldId="2147481006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1865029229" sldId="2147481007"/>
        </pc:sldMkLst>
      </pc:sldChg>
      <pc:sldChg chg="del">
        <pc:chgData name="Rayyan N. Addar" userId="2ad411bd-2cdf-4914-8f94-442f44de5089" providerId="ADAL" clId="{C20EA527-6251-4CCE-A1D7-6A0FEE93F9C8}" dt="2025-06-17T05:40:16.813" v="80" actId="47"/>
        <pc:sldMkLst>
          <pc:docMk/>
          <pc:sldMk cId="3729992264" sldId="2147481010"/>
        </pc:sldMkLst>
      </pc:sldChg>
      <pc:sldChg chg="del">
        <pc:chgData name="Rayyan N. Addar" userId="2ad411bd-2cdf-4914-8f94-442f44de5089" providerId="ADAL" clId="{C20EA527-6251-4CCE-A1D7-6A0FEE93F9C8}" dt="2025-06-17T05:40:19.944" v="83" actId="47"/>
        <pc:sldMkLst>
          <pc:docMk/>
          <pc:sldMk cId="875475639" sldId="2147481011"/>
        </pc:sldMkLst>
      </pc:sldChg>
      <pc:sldChg chg="new del">
        <pc:chgData name="Rayyan N. Addar" userId="2ad411bd-2cdf-4914-8f94-442f44de5089" providerId="ADAL" clId="{C20EA527-6251-4CCE-A1D7-6A0FEE93F9C8}" dt="2025-06-17T05:40:09.322" v="74" actId="680"/>
        <pc:sldMkLst>
          <pc:docMk/>
          <pc:sldMk cId="174837675" sldId="2147481012"/>
        </pc:sldMkLst>
      </pc:sldChg>
      <pc:sldChg chg="new del">
        <pc:chgData name="Rayyan N. Addar" userId="2ad411bd-2cdf-4914-8f94-442f44de5089" providerId="ADAL" clId="{C20EA527-6251-4CCE-A1D7-6A0FEE93F9C8}" dt="2025-06-17T05:39:50.518" v="70" actId="680"/>
        <pc:sldMkLst>
          <pc:docMk/>
          <pc:sldMk cId="1046705732" sldId="2147481012"/>
        </pc:sldMkLst>
      </pc:sldChg>
      <pc:sldChg chg="del">
        <pc:chgData name="Rayyan N. Addar" userId="2ad411bd-2cdf-4914-8f94-442f44de5089" providerId="ADAL" clId="{C20EA527-6251-4CCE-A1D7-6A0FEE93F9C8}" dt="2025-06-17T05:39:46.189" v="68" actId="47"/>
        <pc:sldMkLst>
          <pc:docMk/>
          <pc:sldMk cId="2924023247" sldId="2147481012"/>
        </pc:sldMkLst>
      </pc:sldChg>
      <pc:sldChg chg="addSp delSp modSp add del mod">
        <pc:chgData name="Rayyan N. Addar" userId="2ad411bd-2cdf-4914-8f94-442f44de5089" providerId="ADAL" clId="{C20EA527-6251-4CCE-A1D7-6A0FEE93F9C8}" dt="2025-06-17T06:03:43.409" v="319" actId="47"/>
        <pc:sldMkLst>
          <pc:docMk/>
          <pc:sldMk cId="3980328869" sldId="2147481012"/>
        </pc:sldMkLst>
      </pc:sldChg>
      <pc:sldChg chg="add del">
        <pc:chgData name="Rayyan N. Addar" userId="2ad411bd-2cdf-4914-8f94-442f44de5089" providerId="ADAL" clId="{C20EA527-6251-4CCE-A1D7-6A0FEE93F9C8}" dt="2025-06-17T05:40:08.840" v="73"/>
        <pc:sldMkLst>
          <pc:docMk/>
          <pc:sldMk cId="1135238711" sldId="2147481013"/>
        </pc:sldMkLst>
      </pc:sldChg>
      <pc:sldChg chg="add del">
        <pc:chgData name="Rayyan N. Addar" userId="2ad411bd-2cdf-4914-8f94-442f44de5089" providerId="ADAL" clId="{C20EA527-6251-4CCE-A1D7-6A0FEE93F9C8}" dt="2025-06-17T05:51:49.556" v="245" actId="47"/>
        <pc:sldMkLst>
          <pc:docMk/>
          <pc:sldMk cId="1293892015" sldId="2147481013"/>
        </pc:sldMkLst>
      </pc:sldChg>
      <pc:sldChg chg="del">
        <pc:chgData name="Rayyan N. Addar" userId="2ad411bd-2cdf-4914-8f94-442f44de5089" providerId="ADAL" clId="{C20EA527-6251-4CCE-A1D7-6A0FEE93F9C8}" dt="2025-06-17T05:39:00.484" v="55" actId="47"/>
        <pc:sldMkLst>
          <pc:docMk/>
          <pc:sldMk cId="3563934295" sldId="2147481013"/>
        </pc:sldMkLst>
      </pc:sldChg>
      <pc:sldChg chg="add del">
        <pc:chgData name="Rayyan N. Addar" userId="2ad411bd-2cdf-4914-8f94-442f44de5089" providerId="ADAL" clId="{C20EA527-6251-4CCE-A1D7-6A0FEE93F9C8}" dt="2025-06-17T05:54:43.849" v="267" actId="47"/>
        <pc:sldMkLst>
          <pc:docMk/>
          <pc:sldMk cId="2046626793" sldId="2147481014"/>
        </pc:sldMkLst>
      </pc:sldChg>
      <pc:sldChg chg="add del">
        <pc:chgData name="Rayyan N. Addar" userId="2ad411bd-2cdf-4914-8f94-442f44de5089" providerId="ADAL" clId="{C20EA527-6251-4CCE-A1D7-6A0FEE93F9C8}" dt="2025-06-17T05:58:00.463" v="286" actId="47"/>
        <pc:sldMkLst>
          <pc:docMk/>
          <pc:sldMk cId="3340649991" sldId="2147481015"/>
        </pc:sldMkLst>
      </pc:sldChg>
      <pc:sldChg chg="addSp delSp modSp add mod">
        <pc:chgData name="Rayyan N. Addar" userId="2ad411bd-2cdf-4914-8f94-442f44de5089" providerId="ADAL" clId="{C20EA527-6251-4CCE-A1D7-6A0FEE93F9C8}" dt="2025-07-31T11:02:25.031" v="2873"/>
        <pc:sldMkLst>
          <pc:docMk/>
          <pc:sldMk cId="1406700561" sldId="2147481016"/>
        </pc:sldMkLst>
      </pc:sldChg>
      <pc:sldChg chg="add del">
        <pc:chgData name="Rayyan N. Addar" userId="2ad411bd-2cdf-4914-8f94-442f44de5089" providerId="ADAL" clId="{C20EA527-6251-4CCE-A1D7-6A0FEE93F9C8}" dt="2025-06-17T05:40:17.721" v="81" actId="47"/>
        <pc:sldMkLst>
          <pc:docMk/>
          <pc:sldMk cId="2357091886" sldId="2147481016"/>
        </pc:sldMkLst>
      </pc:sldChg>
      <pc:sldChg chg="addSp delSp modSp add mod">
        <pc:chgData name="Rayyan N. Addar" userId="2ad411bd-2cdf-4914-8f94-442f44de5089" providerId="ADAL" clId="{C20EA527-6251-4CCE-A1D7-6A0FEE93F9C8}" dt="2025-07-31T11:02:48.362" v="2883" actId="20577"/>
        <pc:sldMkLst>
          <pc:docMk/>
          <pc:sldMk cId="3038200570" sldId="2147481017"/>
        </pc:sldMkLst>
      </pc:sldChg>
      <pc:sldChg chg="addSp delSp modSp add mod ord">
        <pc:chgData name="Rayyan N. Addar" userId="2ad411bd-2cdf-4914-8f94-442f44de5089" providerId="ADAL" clId="{C20EA527-6251-4CCE-A1D7-6A0FEE93F9C8}" dt="2025-07-31T11:03:11.941" v="2893" actId="20577"/>
        <pc:sldMkLst>
          <pc:docMk/>
          <pc:sldMk cId="168904756" sldId="2147481018"/>
        </pc:sldMkLst>
      </pc:sldChg>
      <pc:sldChg chg="addSp delSp modSp add mod">
        <pc:chgData name="Rayyan N. Addar" userId="2ad411bd-2cdf-4914-8f94-442f44de5089" providerId="ADAL" clId="{C20EA527-6251-4CCE-A1D7-6A0FEE93F9C8}" dt="2025-07-31T11:01:36.931" v="2863" actId="20577"/>
        <pc:sldMkLst>
          <pc:docMk/>
          <pc:sldMk cId="1369359330" sldId="2147481019"/>
        </pc:sldMkLst>
      </pc:sldChg>
      <pc:sldChg chg="new del">
        <pc:chgData name="Rayyan N. Addar" userId="2ad411bd-2cdf-4914-8f94-442f44de5089" providerId="ADAL" clId="{C20EA527-6251-4CCE-A1D7-6A0FEE93F9C8}" dt="2025-06-17T06:13:30.719" v="403" actId="680"/>
        <pc:sldMkLst>
          <pc:docMk/>
          <pc:sldMk cId="5082562" sldId="2147481020"/>
        </pc:sldMkLst>
      </pc:sldChg>
      <pc:sldChg chg="modSp add mod">
        <pc:chgData name="Rayyan N. Addar" userId="2ad411bd-2cdf-4914-8f94-442f44de5089" providerId="ADAL" clId="{C20EA527-6251-4CCE-A1D7-6A0FEE93F9C8}" dt="2025-06-21T09:35:38.975" v="683" actId="1076"/>
        <pc:sldMkLst>
          <pc:docMk/>
          <pc:sldMk cId="1888050472" sldId="2147481020"/>
        </pc:sldMkLst>
      </pc:sldChg>
      <pc:sldChg chg="modSp add del mod">
        <pc:chgData name="Rayyan N. Addar" userId="2ad411bd-2cdf-4914-8f94-442f44de5089" providerId="ADAL" clId="{C20EA527-6251-4CCE-A1D7-6A0FEE93F9C8}" dt="2025-06-17T06:15:57.554" v="445" actId="2696"/>
        <pc:sldMkLst>
          <pc:docMk/>
          <pc:sldMk cId="2511694824" sldId="2147481020"/>
        </pc:sldMkLst>
      </pc:sldChg>
      <pc:sldChg chg="add del">
        <pc:chgData name="Rayyan N. Addar" userId="2ad411bd-2cdf-4914-8f94-442f44de5089" providerId="ADAL" clId="{C20EA527-6251-4CCE-A1D7-6A0FEE93F9C8}" dt="2025-06-17T06:13:32.605" v="405"/>
        <pc:sldMkLst>
          <pc:docMk/>
          <pc:sldMk cId="2831102796" sldId="2147481020"/>
        </pc:sldMkLst>
      </pc:sldChg>
      <pc:sldChg chg="add del">
        <pc:chgData name="Rayyan N. Addar" userId="2ad411bd-2cdf-4914-8f94-442f44de5089" providerId="ADAL" clId="{C20EA527-6251-4CCE-A1D7-6A0FEE93F9C8}" dt="2025-06-17T06:03:47.667" v="321"/>
        <pc:sldMkLst>
          <pc:docMk/>
          <pc:sldMk cId="3106978641" sldId="2147481020"/>
        </pc:sldMkLst>
      </pc:sldChg>
      <pc:sldChg chg="addSp delSp modSp add del mod">
        <pc:chgData name="Rayyan N. Addar" userId="2ad411bd-2cdf-4914-8f94-442f44de5089" providerId="ADAL" clId="{C20EA527-6251-4CCE-A1D7-6A0FEE93F9C8}" dt="2025-06-17T06:15:57.554" v="445" actId="2696"/>
        <pc:sldMkLst>
          <pc:docMk/>
          <pc:sldMk cId="55762700" sldId="2147481021"/>
        </pc:sldMkLst>
      </pc:sldChg>
      <pc:sldChg chg="addSp delSp modSp add mod">
        <pc:chgData name="Rayyan N. Addar" userId="2ad411bd-2cdf-4914-8f94-442f44de5089" providerId="ADAL" clId="{C20EA527-6251-4CCE-A1D7-6A0FEE93F9C8}" dt="2025-07-31T11:00:17.607" v="2848"/>
        <pc:sldMkLst>
          <pc:docMk/>
          <pc:sldMk cId="416132217" sldId="2147481021"/>
        </pc:sldMkLst>
      </pc:sldChg>
      <pc:sldChg chg="addSp delSp modSp add mod">
        <pc:chgData name="Rayyan N. Addar" userId="2ad411bd-2cdf-4914-8f94-442f44de5089" providerId="ADAL" clId="{C20EA527-6251-4CCE-A1D7-6A0FEE93F9C8}" dt="2025-07-31T11:00:42.555" v="2853" actId="12789"/>
        <pc:sldMkLst>
          <pc:docMk/>
          <pc:sldMk cId="1926274873" sldId="2147481022"/>
        </pc:sldMkLst>
      </pc:sldChg>
      <pc:sldMasterChg chg="delSldLayout">
        <pc:chgData name="Rayyan N. Addar" userId="2ad411bd-2cdf-4914-8f94-442f44de5089" providerId="ADAL" clId="{C20EA527-6251-4CCE-A1D7-6A0FEE93F9C8}" dt="2025-06-17T05:39:46.189" v="68" actId="47"/>
        <pc:sldMasterMkLst>
          <pc:docMk/>
          <pc:sldMasterMk cId="2596421455" sldId="2147483688"/>
        </pc:sldMasterMkLst>
        <pc:sldLayoutChg chg="del">
          <pc:chgData name="Rayyan N. Addar" userId="2ad411bd-2cdf-4914-8f94-442f44de5089" providerId="ADAL" clId="{C20EA527-6251-4CCE-A1D7-6A0FEE93F9C8}" dt="2025-06-17T05:39:46.189" v="68" actId="47"/>
          <pc:sldLayoutMkLst>
            <pc:docMk/>
            <pc:sldMasterMk cId="2596421455" sldId="2147483688"/>
            <pc:sldLayoutMk cId="306129052" sldId="2147483721"/>
          </pc:sldLayoutMkLst>
        </pc:sldLayoutChg>
      </pc:sldMasterChg>
      <pc:sldMasterChg chg="delSldLayout">
        <pc:chgData name="Rayyan N. Addar" userId="2ad411bd-2cdf-4914-8f94-442f44de5089" providerId="ADAL" clId="{C20EA527-6251-4CCE-A1D7-6A0FEE93F9C8}" dt="2025-06-17T05:40:25.826" v="85" actId="47"/>
        <pc:sldMasterMkLst>
          <pc:docMk/>
          <pc:sldMasterMk cId="1076186374" sldId="2147483739"/>
        </pc:sldMasterMkLst>
        <pc:sldLayoutChg chg="del">
          <pc:chgData name="Rayyan N. Addar" userId="2ad411bd-2cdf-4914-8f94-442f44de5089" providerId="ADAL" clId="{C20EA527-6251-4CCE-A1D7-6A0FEE93F9C8}" dt="2025-06-17T05:40:25.826" v="85" actId="47"/>
          <pc:sldLayoutMkLst>
            <pc:docMk/>
            <pc:sldMasterMk cId="1076186374" sldId="2147483739"/>
            <pc:sldLayoutMk cId="1718778542" sldId="2147483752"/>
          </pc:sldLayoutMkLst>
        </pc:sldLayoutChg>
      </pc:sldMasterChg>
    </pc:docChg>
  </pc:docChgLst>
  <pc:docChgLst>
    <pc:chgData name="Rayyan N. Addar" userId="S::r.addar@tbc.sa::2ad411bd-2cdf-4914-8f94-442f44de5089" providerId="AD" clId="Web-{5F7E5259-3F04-AED3-7324-C15523905E9C}"/>
    <pc:docChg chg="modSld">
      <pc:chgData name="Rayyan N. Addar" userId="S::r.addar@tbc.sa::2ad411bd-2cdf-4914-8f94-442f44de5089" providerId="AD" clId="Web-{5F7E5259-3F04-AED3-7324-C15523905E9C}" dt="2025-07-27T11:44:32.894" v="7"/>
      <pc:docMkLst>
        <pc:docMk/>
      </pc:docMkLst>
      <pc:sldChg chg="modSp">
        <pc:chgData name="Rayyan N. Addar" userId="S::r.addar@tbc.sa::2ad411bd-2cdf-4914-8f94-442f44de5089" providerId="AD" clId="Web-{5F7E5259-3F04-AED3-7324-C15523905E9C}" dt="2025-07-27T11:44:32.894" v="7"/>
        <pc:sldMkLst>
          <pc:docMk/>
          <pc:sldMk cId="416132217" sldId="2147481021"/>
        </pc:sldMkLst>
      </pc:sldChg>
      <pc:sldChg chg="modSp">
        <pc:chgData name="Rayyan N. Addar" userId="S::r.addar@tbc.sa::2ad411bd-2cdf-4914-8f94-442f44de5089" providerId="AD" clId="Web-{5F7E5259-3F04-AED3-7324-C15523905E9C}" dt="2025-07-27T11:38:50.126" v="5"/>
        <pc:sldMkLst>
          <pc:docMk/>
          <pc:sldMk cId="1926274873" sldId="2147481022"/>
        </pc:sldMkLst>
      </pc:sldChg>
    </pc:docChg>
  </pc:docChgLst>
  <pc:docChgLst>
    <pc:chgData name="Samar M. Alsayegh" userId="S::salsayegh_talemia.sa#ext#@tbcsa1.onmicrosoft.com::032d408a-30c2-41d0-838d-a8e88c7b8f31" providerId="AD" clId="Web-{309CCD60-D376-2DE6-1267-68C2680FB2C7}"/>
    <pc:docChg chg="modSld">
      <pc:chgData name="Samar M. Alsayegh" userId="S::salsayegh_talemia.sa#ext#@tbcsa1.onmicrosoft.com::032d408a-30c2-41d0-838d-a8e88c7b8f31" providerId="AD" clId="Web-{309CCD60-D376-2DE6-1267-68C2680FB2C7}" dt="2025-04-16T05:53:53.560" v="9" actId="20577"/>
      <pc:docMkLst>
        <pc:docMk/>
      </pc:docMkLst>
      <pc:sldChg chg="modSp">
        <pc:chgData name="Samar M. Alsayegh" userId="S::salsayegh_talemia.sa#ext#@tbcsa1.onmicrosoft.com::032d408a-30c2-41d0-838d-a8e88c7b8f31" providerId="AD" clId="Web-{309CCD60-D376-2DE6-1267-68C2680FB2C7}" dt="2025-04-16T05:53:53.560" v="9" actId="20577"/>
        <pc:sldMkLst>
          <pc:docMk/>
          <pc:sldMk cId="4274520516" sldId="2147480921"/>
        </pc:sldMkLst>
      </pc:sldChg>
    </pc:docChg>
  </pc:docChgLst>
  <pc:docChgLst>
    <pc:chgData name="Mouneerah N. Aljuraeed" userId="S::maljuraeed_talemia.sa#ext#@tbcsa1.onmicrosoft.com::31084b47-8f17-4658-8d64-e3e7f2b1c6b1" providerId="AD" clId="Web-{7DE1E2CE-0C14-5E11-2D06-C8761A97372E}"/>
    <pc:docChg chg="modSld">
      <pc:chgData name="Mouneerah N. Aljuraeed" userId="S::maljuraeed_talemia.sa#ext#@tbcsa1.onmicrosoft.com::31084b47-8f17-4658-8d64-e3e7f2b1c6b1" providerId="AD" clId="Web-{7DE1E2CE-0C14-5E11-2D06-C8761A97372E}" dt="2025-04-16T07:55:20.017" v="5" actId="20577"/>
      <pc:docMkLst>
        <pc:docMk/>
      </pc:docMkLst>
      <pc:sldChg chg="modSp">
        <pc:chgData name="Mouneerah N. Aljuraeed" userId="S::maljuraeed_talemia.sa#ext#@tbcsa1.onmicrosoft.com::31084b47-8f17-4658-8d64-e3e7f2b1c6b1" providerId="AD" clId="Web-{7DE1E2CE-0C14-5E11-2D06-C8761A97372E}" dt="2025-04-16T07:55:20.017" v="5" actId="20577"/>
        <pc:sldMkLst>
          <pc:docMk/>
          <pc:sldMk cId="4274520516" sldId="2147480921"/>
        </pc:sldMkLst>
      </pc:sldChg>
    </pc:docChg>
  </pc:docChgLst>
  <pc:docChgLst>
    <pc:chgData name="Rayyan N. Addar" userId="S::r.addar@tbc.sa::2ad411bd-2cdf-4914-8f94-442f44de5089" providerId="AD" clId="Web-{55B18880-0783-FD17-EE37-0AC7F7C4C623}"/>
    <pc:docChg chg="modSld">
      <pc:chgData name="Rayyan N. Addar" userId="S::r.addar@tbc.sa::2ad411bd-2cdf-4914-8f94-442f44de5089" providerId="AD" clId="Web-{55B18880-0783-FD17-EE37-0AC7F7C4C623}" dt="2025-07-27T11:37:41.112" v="33" actId="1076"/>
      <pc:docMkLst>
        <pc:docMk/>
      </pc:docMkLst>
      <pc:sldChg chg="addSp delSp modSp">
        <pc:chgData name="Rayyan N. Addar" userId="S::r.addar@tbc.sa::2ad411bd-2cdf-4914-8f94-442f44de5089" providerId="AD" clId="Web-{55B18880-0783-FD17-EE37-0AC7F7C4C623}" dt="2025-07-27T11:37:41.112" v="33" actId="1076"/>
        <pc:sldMkLst>
          <pc:docMk/>
          <pc:sldMk cId="1926274873" sldId="2147481022"/>
        </pc:sldMkLst>
      </pc:sldChg>
    </pc:docChg>
  </pc:docChgLst>
  <pc:docChgLst>
    <pc:chgData name="Ismail M. Mashrafi" userId="47174532-d2ed-456f-b771-232133104bd3" providerId="ADAL" clId="{24990D4D-4ACD-4353-B7BE-8C0E5B37A7D5}"/>
    <pc:docChg chg="undo custSel modSld">
      <pc:chgData name="Ismail M. Mashrafi" userId="47174532-d2ed-456f-b771-232133104bd3" providerId="ADAL" clId="{24990D4D-4ACD-4353-B7BE-8C0E5B37A7D5}" dt="2025-04-24T09:46:00.603" v="5" actId="21"/>
      <pc:docMkLst>
        <pc:docMk/>
      </pc:docMkLst>
      <pc:sldChg chg="addSp delSp mod">
        <pc:chgData name="Ismail M. Mashrafi" userId="47174532-d2ed-456f-b771-232133104bd3" providerId="ADAL" clId="{24990D4D-4ACD-4353-B7BE-8C0E5B37A7D5}" dt="2025-04-24T09:46:00.603" v="5" actId="21"/>
        <pc:sldMkLst>
          <pc:docMk/>
          <pc:sldMk cId="4274520516" sldId="2147480921"/>
        </pc:sldMkLst>
      </pc:sldChg>
      <pc:sldChg chg="addSp delSp modSp mod">
        <pc:chgData name="Ismail M. Mashrafi" userId="47174532-d2ed-456f-b771-232133104bd3" providerId="ADAL" clId="{24990D4D-4ACD-4353-B7BE-8C0E5B37A7D5}" dt="2025-04-24T09:45:59.040" v="4" actId="21"/>
        <pc:sldMkLst>
          <pc:docMk/>
          <pc:sldMk cId="1916980256" sldId="2147480958"/>
        </pc:sldMkLst>
      </pc:sldChg>
    </pc:docChg>
  </pc:docChgLst>
  <pc:docChgLst>
    <pc:chgData name="Youssef M. AlBathy" userId="dc9cd156-8ff7-4272-a537-ec06ebfad720" providerId="ADAL" clId="{4AC57A37-84F1-4E53-9538-F521E54431FF}"/>
    <pc:docChg chg="modSld">
      <pc:chgData name="Youssef M. AlBathy" userId="dc9cd156-8ff7-4272-a537-ec06ebfad720" providerId="ADAL" clId="{4AC57A37-84F1-4E53-9538-F521E54431FF}" dt="2025-04-15T11:11:13.861" v="37" actId="20577"/>
      <pc:docMkLst>
        <pc:docMk/>
      </pc:docMkLst>
      <pc:sldChg chg="modSp mod">
        <pc:chgData name="Youssef M. AlBathy" userId="dc9cd156-8ff7-4272-a537-ec06ebfad720" providerId="ADAL" clId="{4AC57A37-84F1-4E53-9538-F521E54431FF}" dt="2025-04-15T11:11:13.861" v="37" actId="20577"/>
        <pc:sldMkLst>
          <pc:docMk/>
          <pc:sldMk cId="4274520516" sldId="2147480921"/>
        </pc:sldMkLst>
      </pc:sldChg>
      <pc:sldChg chg="modSp mod">
        <pc:chgData name="Youssef M. AlBathy" userId="dc9cd156-8ff7-4272-a537-ec06ebfad720" providerId="ADAL" clId="{4AC57A37-84F1-4E53-9538-F521E54431FF}" dt="2025-04-15T11:03:16.932" v="2" actId="20577"/>
        <pc:sldMkLst>
          <pc:docMk/>
          <pc:sldMk cId="1864947676" sldId="2147480997"/>
        </pc:sldMkLst>
      </pc:sldChg>
      <pc:sldChg chg="modSp mod">
        <pc:chgData name="Youssef M. AlBathy" userId="dc9cd156-8ff7-4272-a537-ec06ebfad720" providerId="ADAL" clId="{4AC57A37-84F1-4E53-9538-F521E54431FF}" dt="2025-04-15T11:04:08.807" v="3" actId="1076"/>
        <pc:sldMkLst>
          <pc:docMk/>
          <pc:sldMk cId="4158128257" sldId="2147481000"/>
        </pc:sldMkLst>
      </pc:sldChg>
      <pc:sldChg chg="modSp mod">
        <pc:chgData name="Youssef M. AlBathy" userId="dc9cd156-8ff7-4272-a537-ec06ebfad720" providerId="ADAL" clId="{4AC57A37-84F1-4E53-9538-F521E54431FF}" dt="2025-04-15T11:06:11.154" v="5" actId="1076"/>
        <pc:sldMkLst>
          <pc:docMk/>
          <pc:sldMk cId="2376544339" sldId="2147481006"/>
        </pc:sldMkLst>
      </pc:sldChg>
    </pc:docChg>
  </pc:docChgLst>
  <pc:docChgLst>
    <pc:chgData name="Meshari Alfarhan" userId="S::mfarhan_tetco.sa#ext#@tbcsa1.onmicrosoft.com::b5116574-fab4-49af-bf71-4112fe0f211e" providerId="AD" clId="Web-{A5C6CE5D-AA63-A951-86D1-3583F675DF5E}"/>
    <pc:docChg chg="addSld delSld modSld">
      <pc:chgData name="Meshari Alfarhan" userId="S::mfarhan_tetco.sa#ext#@tbcsa1.onmicrosoft.com::b5116574-fab4-49af-bf71-4112fe0f211e" providerId="AD" clId="Web-{A5C6CE5D-AA63-A951-86D1-3583F675DF5E}" dt="2025-04-14T18:45:55.740" v="111" actId="20577"/>
      <pc:docMkLst>
        <pc:docMk/>
      </pc:docMkLst>
      <pc:sldChg chg="modSp">
        <pc:chgData name="Meshari Alfarhan" userId="S::mfarhan_tetco.sa#ext#@tbcsa1.onmicrosoft.com::b5116574-fab4-49af-bf71-4112fe0f211e" providerId="AD" clId="Web-{A5C6CE5D-AA63-A951-86D1-3583F675DF5E}" dt="2025-04-14T18:33:07.483" v="17" actId="20577"/>
        <pc:sldMkLst>
          <pc:docMk/>
          <pc:sldMk cId="1916980256" sldId="2147480958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33:39.343" v="21" actId="20577"/>
        <pc:sldMkLst>
          <pc:docMk/>
          <pc:sldMk cId="967225027" sldId="2147480993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34:43.907" v="50" actId="20577"/>
        <pc:sldMkLst>
          <pc:docMk/>
          <pc:sldMk cId="2811812276" sldId="2147480994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35:22.830" v="54" actId="20577"/>
        <pc:sldMkLst>
          <pc:docMk/>
          <pc:sldMk cId="230499391" sldId="2147480995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36:05.019" v="58" actId="20577"/>
        <pc:sldMkLst>
          <pc:docMk/>
          <pc:sldMk cId="962196303" sldId="2147480996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36:40.036" v="62" actId="20577"/>
        <pc:sldMkLst>
          <pc:docMk/>
          <pc:sldMk cId="1864947676" sldId="2147480997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37:25.037" v="74" actId="20577"/>
        <pc:sldMkLst>
          <pc:docMk/>
          <pc:sldMk cId="3977153155" sldId="2147480998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38:03.523" v="78" actId="20577"/>
        <pc:sldMkLst>
          <pc:docMk/>
          <pc:sldMk cId="3684917431" sldId="2147480999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38:44.399" v="82" actId="20577"/>
        <pc:sldMkLst>
          <pc:docMk/>
          <pc:sldMk cId="4158128257" sldId="2147481000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39:21.337" v="86" actId="20577"/>
        <pc:sldMkLst>
          <pc:docMk/>
          <pc:sldMk cId="4067120482" sldId="2147481001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40:01.729" v="90" actId="20577"/>
        <pc:sldMkLst>
          <pc:docMk/>
          <pc:sldMk cId="3198960341" sldId="2147481002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43:08.907" v="95" actId="20577"/>
        <pc:sldMkLst>
          <pc:docMk/>
          <pc:sldMk cId="2027725724" sldId="2147481003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43:41.251" v="99" actId="20577"/>
        <pc:sldMkLst>
          <pc:docMk/>
          <pc:sldMk cId="3366851171" sldId="2147481004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44:24.159" v="103" actId="20577"/>
        <pc:sldMkLst>
          <pc:docMk/>
          <pc:sldMk cId="88230944" sldId="2147481005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45:17.192" v="107" actId="20577"/>
        <pc:sldMkLst>
          <pc:docMk/>
          <pc:sldMk cId="2376544339" sldId="2147481006"/>
        </pc:sldMkLst>
      </pc:sldChg>
      <pc:sldChg chg="modSp">
        <pc:chgData name="Meshari Alfarhan" userId="S::mfarhan_tetco.sa#ext#@tbcsa1.onmicrosoft.com::b5116574-fab4-49af-bf71-4112fe0f211e" providerId="AD" clId="Web-{A5C6CE5D-AA63-A951-86D1-3583F675DF5E}" dt="2025-04-14T18:45:55.740" v="111" actId="20577"/>
        <pc:sldMkLst>
          <pc:docMk/>
          <pc:sldMk cId="1865029229" sldId="2147481007"/>
        </pc:sldMkLst>
      </pc:sldChg>
      <pc:sldChg chg="del">
        <pc:chgData name="Meshari Alfarhan" userId="S::mfarhan_tetco.sa#ext#@tbcsa1.onmicrosoft.com::b5116574-fab4-49af-bf71-4112fe0f211e" providerId="AD" clId="Web-{A5C6CE5D-AA63-A951-86D1-3583F675DF5E}" dt="2025-04-14T18:32:08.715" v="1"/>
        <pc:sldMkLst>
          <pc:docMk/>
          <pc:sldMk cId="3966831618" sldId="2147481008"/>
        </pc:sldMkLst>
      </pc:sldChg>
      <pc:sldChg chg="add">
        <pc:chgData name="Meshari Alfarhan" userId="S::mfarhan_tetco.sa#ext#@tbcsa1.onmicrosoft.com::b5116574-fab4-49af-bf71-4112fe0f211e" providerId="AD" clId="Web-{A5C6CE5D-AA63-A951-86D1-3583F675DF5E}" dt="2025-04-14T18:31:55.934" v="0"/>
        <pc:sldMkLst>
          <pc:docMk/>
          <pc:sldMk cId="3563934295" sldId="2147481013"/>
        </pc:sldMkLst>
      </pc:sldChg>
    </pc:docChg>
  </pc:docChgLst>
</pc:chgInfo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البلاغات</c:v>
                </c:pt>
              </c:strCache>
            </c:strRef>
          </c:tx>
          <c:dPt>
            <c:idx val="0"/>
            <c:spPr>
              <a:solidFill>
                <a:srgbClr val="89A895"/>
              </a:solidFill>
            </c:spPr>
          </c:dPt>
          <c:dPt>
            <c:idx val="1"/>
            <c:spPr>
              <a:solidFill>
                <a:srgbClr val="89A895"/>
              </a:solidFill>
            </c:spPr>
          </c:dPt>
          <c:dPt>
            <c:idx val="2"/>
            <c:spPr>
              <a:solidFill>
                <a:srgbClr val="89A895"/>
              </a:solidFill>
            </c:spPr>
          </c:dPt>
          <c:dPt>
            <c:idx val="3"/>
            <c:spPr>
              <a:solidFill>
                <a:srgbClr val="17355C"/>
              </a:solidFill>
            </c:spPr>
          </c:dPt>
          <c:cat>
            <c:strRef>
              <c:f>Sheet1!$A$2:$A$5</c:f>
              <c:strCache>
                <c:ptCount val="4"/>
                <c:pt idx="0">
                  <c:v>الأسبوع الأول</c:v>
                </c:pt>
                <c:pt idx="1">
                  <c:v>الأسبوع الثاني</c:v>
                </c:pt>
                <c:pt idx="2">
                  <c:v>الأسبوع الثالث</c:v>
                </c:pt>
                <c:pt idx="3">
                  <c:v>الأسبوع الرابع (الحالي)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3089</c:v>
                </c:pt>
                <c:pt idx="1">
                  <c:v>3341</c:v>
                </c:pt>
                <c:pt idx="2">
                  <c:v>1798</c:v>
                </c:pt>
                <c:pt idx="3">
                  <c:v>2528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 b="1">
                  <a:solidFill>
                    <a:srgbClr val="17355C"/>
                  </a:solidFill>
                  <a:latin typeface="Tajaw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DD9"/>
            </a:solidFill>
          </a:ln>
        </c:spPr>
        <c:txPr>
          <a:bodyPr/>
          <a:lstStyle/>
          <a:p>
            <a:pPr>
              <a:defRPr sz="1000">
                <a:latin typeface="Tajaw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942.3799999999997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A6B7A"/>
          </a:solidFill>
          <a:latin typeface="Tajaw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المنطقة الغربية</c:v>
                </c:pt>
              </c:strCache>
            </c:strRef>
          </c:tx>
          <c:spPr>
            <a:ln w="88900">
              <a:solidFill>
                <a:srgbClr val="C0392B"/>
              </a:solidFill>
            </a:ln>
          </c:spPr>
          <c:marker>
            <c:symbol val="circle"/>
            <c:size val="14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marker>
          <c:dLbls>
            <c:numFmt formatCode="0.0&quot;%&quot;" sourceLinked="0"/>
            <c:spPr>
              <a:solidFill>
                <a:srgbClr val="FFFFFF">
                  <a:alpha val="82000"/>
                </a:srgbClr>
              </a:solidFill>
              <a:ln>
                <a:noFill/>
              </a:ln>
            </c:spPr>
            <c:txPr>
              <a:bodyPr/>
              <a:lstStyle/>
              <a:p>
                <a:pPr>
                  <a:defRPr sz="1600" b="1">
                    <a:solidFill>
                      <a:srgbClr val="C0392B"/>
                    </a:solidFill>
                    <a:latin typeface="Tajaw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Sheet1!$B$2:$B$5</c:f>
              <c:numCache>
                <c:formatCode>0.0"%"</c:formatCode>
                <c:ptCount val="4"/>
                <c:pt idx="0">
                  <c:v>65.9</c:v>
                </c:pt>
                <c:pt idx="1">
                  <c:v>73.6</c:v>
                </c:pt>
                <c:pt idx="2">
                  <c:v>69.2</c:v>
                </c:pt>
                <c:pt idx="3">
                  <c:v>75.1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جدة</c:v>
                </c:pt>
              </c:strCache>
            </c:strRef>
          </c:tx>
          <c:spPr>
            <a:ln w="28575">
              <a:solidFill>
                <a:srgbClr val="1A3358"/>
              </a:solidFill>
            </a:ln>
          </c:spPr>
          <c:marker>
            <c:symbol val="circle"/>
            <c:size val="8"/>
            <c:spPr>
              <a:solidFill>
                <a:srgbClr val="1A3358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Sheet1!$C$2:$C$5</c:f>
              <c:numCache>
                <c:formatCode>0.0"%"</c:formatCode>
                <c:ptCount val="4"/>
                <c:pt idx="0">
                  <c:v>75.6</c:v>
                </c:pt>
                <c:pt idx="1">
                  <c:v>61.6</c:v>
                </c:pt>
                <c:pt idx="2">
                  <c:v>60.3</c:v>
                </c:pt>
                <c:pt idx="3">
                  <c:v>80.9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مكة المكرمة</c:v>
                </c:pt>
              </c:strCache>
            </c:strRef>
          </c:tx>
          <c:spPr>
            <a:ln w="28575">
              <a:solidFill>
                <a:srgbClr val="86A894"/>
              </a:solidFill>
            </a:ln>
          </c:spPr>
          <c:marker>
            <c:symbol val="circle"/>
            <c:size val="8"/>
            <c:spPr>
              <a:solidFill>
                <a:srgbClr val="86A894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Sheet1!$D$2:$D$5</c:f>
              <c:numCache>
                <c:formatCode>0.0"%"</c:formatCode>
                <c:ptCount val="4"/>
                <c:pt idx="0">
                  <c:v>66.5</c:v>
                </c:pt>
                <c:pt idx="1">
                  <c:v>65.9</c:v>
                </c:pt>
                <c:pt idx="2">
                  <c:v>84.9</c:v>
                </c:pt>
                <c:pt idx="3">
                  <c:v>71.8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المدينة المنورة</c:v>
                </c:pt>
              </c:strCache>
            </c:strRef>
          </c:tx>
          <c:spPr>
            <a:ln w="28575">
              <a:solidFill>
                <a:srgbClr val="E0A050"/>
              </a:solidFill>
            </a:ln>
          </c:spPr>
          <c:marker>
            <c:symbol val="circle"/>
            <c:size val="8"/>
            <c:spPr>
              <a:solidFill>
                <a:srgbClr val="E0A050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Sheet1!$E$2:$E$5</c:f>
              <c:numCache>
                <c:formatCode>0.0"%"</c:formatCode>
                <c:ptCount val="4"/>
                <c:pt idx="0">
                  <c:v>80.9</c:v>
                </c:pt>
                <c:pt idx="1">
                  <c:v>71.9</c:v>
                </c:pt>
                <c:pt idx="2">
                  <c:v>76.0</c:v>
                </c:pt>
                <c:pt idx="3">
                  <c:v>63.8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الطائف</c:v>
                </c:pt>
              </c:strCache>
            </c:strRef>
          </c:tx>
          <c:spPr>
            <a:ln w="28575">
              <a:solidFill>
                <a:srgbClr val="7B5EA7"/>
              </a:solidFill>
            </a:ln>
          </c:spPr>
          <c:marker>
            <c:symbol val="circle"/>
            <c:size val="8"/>
            <c:spPr>
              <a:solidFill>
                <a:srgbClr val="7B5EA7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</c:strCache>
            </c:strRef>
          </c:cat>
          <c:val>
            <c:numRef>
              <c:f>Sheet1!$F$2:$F$5</c:f>
              <c:numCache>
                <c:formatCode>0.0"%"</c:formatCode>
                <c:ptCount val="4"/>
                <c:pt idx="0">
                  <c:v>75.9</c:v>
                </c:pt>
                <c:pt idx="1">
                  <c:v>81.7</c:v>
                </c:pt>
                <c:pt idx="2">
                  <c:v>73.1</c:v>
                </c:pt>
                <c:pt idx="3">
                  <c:v>78.5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D2CE"/>
            </a:solidFill>
          </a:ln>
        </c:spPr>
        <c:txPr>
          <a:bodyPr/>
          <a:lstStyle/>
          <a:p>
            <a:pPr>
              <a:defRPr sz="1300">
                <a:solidFill>
                  <a:srgbClr val="5A6B7A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40.0"/>
        </c:scaling>
        <c:delete val="0"/>
        <c:axPos val="l"/>
        <c:majorGridlines>
          <c:spPr>
            <a:ln w="9525">
              <a:solidFill>
                <a:srgbClr val="E3E8E6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A6B7A"/>
                </a:solidFill>
              </a:defRPr>
            </a:pPr>
          </a:p>
        </c:txPr>
        <c:crossAx val="2118791784"/>
        <c:crosses val="autoZero"/>
        <c:majorUnit val="10.0"/>
      </c:valAx>
      <c:dTable>
        <c:showHorzBorder val="1"/>
        <c:showVertBorder val="1"/>
        <c:showOutline val="1"/>
        <c:showKeys val="1"/>
        <c:spPr>
          <a:noFill/>
          <a:ln w="9525">
            <a:solidFill>
              <a:srgbClr val="D5DDD9"/>
            </a:solidFill>
          </a:ln>
        </c:spPr>
        <c:txPr>
          <a:bodyPr/>
          <a:lstStyle/>
          <a:p>
            <a:pPr>
              <a:defRPr sz="1100" b="1">
                <a:solidFill>
                  <a:srgbClr val="1A3358"/>
                </a:solidFill>
                <a:latin typeface="Tajawal"/>
                <a:cs typeface="Tajawal"/>
              </a:defRPr>
            </a:pPr>
            <a:endParaRPr lang="en-US"/>
          </a:p>
        </c:txPr>
      </c:dTable>
    </c:plotArea>
    <c:plotVisOnly val="1"/>
    <c:dispBlanksAs val="gap"/>
    <c:showDLblsOverMax val="0"/>
  </c:chart>
  <c:txPr>
    <a:bodyPr/>
    <a:lstStyle/>
    <a:p>
      <a:pPr>
        <a:defRPr sz="1200">
          <a:latin typeface="Tajaw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البلاغات</c:v>
                </c:pt>
              </c:strCache>
            </c:strRef>
          </c:tx>
          <c:dPt>
            <c:idx val="0"/>
            <c:spPr>
              <a:solidFill>
                <a:srgbClr val="89A895"/>
              </a:solidFill>
            </c:spPr>
          </c:dPt>
          <c:dPt>
            <c:idx val="1"/>
            <c:spPr>
              <a:solidFill>
                <a:srgbClr val="89A895"/>
              </a:solidFill>
            </c:spPr>
          </c:dPt>
          <c:dPt>
            <c:idx val="2"/>
            <c:spPr>
              <a:solidFill>
                <a:srgbClr val="89A895"/>
              </a:solidFill>
            </c:spPr>
          </c:dPt>
          <c:dPt>
            <c:idx val="3"/>
            <c:spPr>
              <a:solidFill>
                <a:srgbClr val="17355C"/>
              </a:solidFill>
            </c:spPr>
          </c:dPt>
          <c:cat>
            <c:strRef>
              <c:f>Sheet1!$A$2:$A$5</c:f>
              <c:strCache>
                <c:ptCount val="4"/>
                <c:pt idx="0">
                  <c:v>الأسبوع الأول</c:v>
                </c:pt>
                <c:pt idx="1">
                  <c:v>الأسبوع الثاني</c:v>
                </c:pt>
                <c:pt idx="2">
                  <c:v>الأسبوع الثالث</c:v>
                </c:pt>
                <c:pt idx="3">
                  <c:v>الأسبوع الرابع (الحالي)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3089</c:v>
                </c:pt>
                <c:pt idx="1">
                  <c:v>3341</c:v>
                </c:pt>
                <c:pt idx="2">
                  <c:v>1798</c:v>
                </c:pt>
                <c:pt idx="3">
                  <c:v>2528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 b="1">
                  <a:solidFill>
                    <a:srgbClr val="17355C"/>
                  </a:solidFill>
                  <a:latin typeface="Tajaw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DD9"/>
            </a:solidFill>
          </a:ln>
        </c:spPr>
        <c:txPr>
          <a:bodyPr/>
          <a:lstStyle/>
          <a:p>
            <a:pPr>
              <a:defRPr sz="1000">
                <a:latin typeface="Tajaw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942.3799999999997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A6B7A"/>
          </a:solidFill>
          <a:latin typeface="Tajaw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البلاغات</c:v>
                </c:pt>
              </c:strCache>
            </c:strRef>
          </c:tx>
          <c:dPt>
            <c:idx val="0"/>
            <c:spPr>
              <a:solidFill>
                <a:srgbClr val="89A895"/>
              </a:solidFill>
            </c:spPr>
          </c:dPt>
          <c:dPt>
            <c:idx val="1"/>
            <c:spPr>
              <a:solidFill>
                <a:srgbClr val="89A895"/>
              </a:solidFill>
            </c:spPr>
          </c:dPt>
          <c:dPt>
            <c:idx val="2"/>
            <c:spPr>
              <a:solidFill>
                <a:srgbClr val="89A895"/>
              </a:solidFill>
            </c:spPr>
          </c:dPt>
          <c:dPt>
            <c:idx val="3"/>
            <c:spPr>
              <a:solidFill>
                <a:srgbClr val="17355C"/>
              </a:solidFill>
            </c:spPr>
          </c:dPt>
          <c:cat>
            <c:strRef>
              <c:f>Sheet1!$A$2:$A$5</c:f>
              <c:strCache>
                <c:ptCount val="4"/>
                <c:pt idx="0">
                  <c:v>الأسبوع الأول</c:v>
                </c:pt>
                <c:pt idx="1">
                  <c:v>الأسبوع الثاني</c:v>
                </c:pt>
                <c:pt idx="2">
                  <c:v>الأسبوع الثالث</c:v>
                </c:pt>
                <c:pt idx="3">
                  <c:v>الأسبوع الرابع (الحالي)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2683</c:v>
                </c:pt>
                <c:pt idx="1">
                  <c:v>2888</c:v>
                </c:pt>
                <c:pt idx="2">
                  <c:v>1575</c:v>
                </c:pt>
                <c:pt idx="3">
                  <c:v>2281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 b="1">
                  <a:solidFill>
                    <a:srgbClr val="17355C"/>
                  </a:solidFill>
                  <a:latin typeface="Tajaw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DD9"/>
            </a:solidFill>
          </a:ln>
        </c:spPr>
        <c:txPr>
          <a:bodyPr/>
          <a:lstStyle/>
          <a:p>
            <a:pPr>
              <a:defRPr sz="1000">
                <a:latin typeface="Tajaw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407.8399999999997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A6B7A"/>
          </a:solidFill>
          <a:latin typeface="Tajawal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البلاغات</c:v>
                </c:pt>
              </c:strCache>
            </c:strRef>
          </c:tx>
          <c:dPt>
            <c:idx val="0"/>
            <c:spPr>
              <a:solidFill>
                <a:srgbClr val="89A895"/>
              </a:solidFill>
            </c:spPr>
          </c:dPt>
          <c:dPt>
            <c:idx val="1"/>
            <c:spPr>
              <a:solidFill>
                <a:srgbClr val="89A895"/>
              </a:solidFill>
            </c:spPr>
          </c:dPt>
          <c:dPt>
            <c:idx val="2"/>
            <c:spPr>
              <a:solidFill>
                <a:srgbClr val="89A895"/>
              </a:solidFill>
            </c:spPr>
          </c:dPt>
          <c:dPt>
            <c:idx val="3"/>
            <c:spPr>
              <a:solidFill>
                <a:srgbClr val="17355C"/>
              </a:solidFill>
            </c:spPr>
          </c:dPt>
          <c:cat>
            <c:strRef>
              <c:f>Sheet1!$A$2:$A$5</c:f>
              <c:strCache>
                <c:ptCount val="4"/>
                <c:pt idx="0">
                  <c:v>الأسبوع الأول</c:v>
                </c:pt>
                <c:pt idx="1">
                  <c:v>الأسبوع الثاني</c:v>
                </c:pt>
                <c:pt idx="2">
                  <c:v>الأسبوع الثالث</c:v>
                </c:pt>
                <c:pt idx="3">
                  <c:v>الأسبوع الرابع (الحالي)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1908</c:v>
                </c:pt>
                <c:pt idx="1">
                  <c:v>1788</c:v>
                </c:pt>
                <c:pt idx="2">
                  <c:v>889</c:v>
                </c:pt>
                <c:pt idx="3">
                  <c:v>1378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 b="1">
                  <a:solidFill>
                    <a:srgbClr val="17355C"/>
                  </a:solidFill>
                  <a:latin typeface="Tajaw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DD9"/>
            </a:solidFill>
          </a:ln>
        </c:spPr>
        <c:txPr>
          <a:bodyPr/>
          <a:lstStyle/>
          <a:p>
            <a:pPr>
              <a:defRPr sz="1000">
                <a:latin typeface="Tajaw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251.44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A6B7A"/>
          </a:solidFill>
          <a:latin typeface="Tajawal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البلاغات</c:v>
                </c:pt>
              </c:strCache>
            </c:strRef>
          </c:tx>
          <c:dPt>
            <c:idx val="0"/>
            <c:spPr>
              <a:solidFill>
                <a:srgbClr val="89A895"/>
              </a:solidFill>
            </c:spPr>
          </c:dPt>
          <c:dPt>
            <c:idx val="1"/>
            <c:spPr>
              <a:solidFill>
                <a:srgbClr val="89A895"/>
              </a:solidFill>
            </c:spPr>
          </c:dPt>
          <c:dPt>
            <c:idx val="2"/>
            <c:spPr>
              <a:solidFill>
                <a:srgbClr val="89A895"/>
              </a:solidFill>
            </c:spPr>
          </c:dPt>
          <c:dPt>
            <c:idx val="3"/>
            <c:spPr>
              <a:solidFill>
                <a:srgbClr val="17355C"/>
              </a:solidFill>
            </c:spPr>
          </c:dPt>
          <c:cat>
            <c:strRef>
              <c:f>Sheet1!$A$2:$A$5</c:f>
              <c:strCache>
                <c:ptCount val="4"/>
                <c:pt idx="0">
                  <c:v>الأسبوع الأول</c:v>
                </c:pt>
                <c:pt idx="1">
                  <c:v>الأسبوع الثاني</c:v>
                </c:pt>
                <c:pt idx="2">
                  <c:v>الأسبوع الثالث</c:v>
                </c:pt>
                <c:pt idx="3">
                  <c:v>الأسبوع الرابع (الحالي)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1374</c:v>
                </c:pt>
                <c:pt idx="1">
                  <c:v>1075</c:v>
                </c:pt>
                <c:pt idx="2">
                  <c:v>389</c:v>
                </c:pt>
                <c:pt idx="3">
                  <c:v>882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 b="1">
                  <a:solidFill>
                    <a:srgbClr val="17355C"/>
                  </a:solidFill>
                  <a:latin typeface="Tajaw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DD9"/>
            </a:solidFill>
          </a:ln>
        </c:spPr>
        <c:txPr>
          <a:bodyPr/>
          <a:lstStyle/>
          <a:p>
            <a:pPr>
              <a:defRPr sz="1000">
                <a:latin typeface="Tajaw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21.32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A6B7A"/>
          </a:solidFill>
          <a:latin typeface="Tajaw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ar-S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AEAC4E13-8E96-4AAA-B187-817AC3426E78}" type="datetimeFigureOut">
              <a:rPr lang="ar-SA" smtClean="0"/>
              <a:t>21/04/1448</a:t>
            </a:fld>
            <a:endParaRPr lang="ar-S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ar-S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ar-S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42304570-247A-4E91-8413-02E97F112A20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685304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1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095" algn="l" defTabSz="9141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190" algn="l" defTabSz="9141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283" algn="l" defTabSz="9141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379" algn="l" defTabSz="9141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472" algn="l" defTabSz="9141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569" algn="l" defTabSz="9141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9662" algn="l" defTabSz="9141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6757" algn="l" defTabSz="9141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emf"/><Relationship Id="rId3" Type="http://schemas.openxmlformats.org/officeDocument/2006/relationships/image" Target="../media/image7.emf"/><Relationship Id="rId4" Type="http://schemas.openxmlformats.org/officeDocument/2006/relationships/image" Target="../media/image1.png"/><Relationship Id="rId5" Type="http://schemas.openxmlformats.org/officeDocument/2006/relationships/image" Target="../media/image8.png"/><Relationship Id="rId6" Type="http://schemas.openxmlformats.org/officeDocument/2006/relationships/image" Target="../media/image9.sv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6.emf"/><Relationship Id="rId3" Type="http://schemas.openxmlformats.org/officeDocument/2006/relationships/image" Target="../media/image7.emf"/><Relationship Id="rId4" Type="http://schemas.openxmlformats.org/officeDocument/2006/relationships/image" Target="../media/image1.png"/><Relationship Id="rId5" Type="http://schemas.openxmlformats.org/officeDocument/2006/relationships/image" Target="../media/image8.png"/><Relationship Id="rId6" Type="http://schemas.openxmlformats.org/officeDocument/2006/relationships/image" Target="../media/image9.sv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11" indent="0" algn="ctr">
              <a:buNone/>
              <a:defRPr sz="2000"/>
            </a:lvl2pPr>
            <a:lvl3pPr marL="914422" indent="0" algn="ctr">
              <a:buNone/>
              <a:defRPr sz="1800"/>
            </a:lvl3pPr>
            <a:lvl4pPr marL="1371633" indent="0" algn="ctr">
              <a:buNone/>
              <a:defRPr sz="1600"/>
            </a:lvl4pPr>
            <a:lvl5pPr marL="1828844" indent="0" algn="ctr">
              <a:buNone/>
              <a:defRPr sz="1600"/>
            </a:lvl5pPr>
            <a:lvl6pPr marL="2286055" indent="0" algn="ctr">
              <a:buNone/>
              <a:defRPr sz="1600"/>
            </a:lvl6pPr>
            <a:lvl7pPr marL="2743266" indent="0" algn="ctr">
              <a:buNone/>
              <a:defRPr sz="1600"/>
            </a:lvl7pPr>
            <a:lvl8pPr marL="3200476" indent="0" algn="ctr">
              <a:buNone/>
              <a:defRPr sz="1600"/>
            </a:lvl8pPr>
            <a:lvl9pPr marL="365768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CD437F-B79E-A3DA-A9BD-5A05D3B07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333E27-D918-143A-860B-2C81AC1C5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EC1358-2BB1-FFB1-4BBA-41223B32D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74603B-2D9B-C044-9299-9BFECE18815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3399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754CC6-AC38-5163-3666-408A18961A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E4AACC-4338-72EE-3828-8F32F3CE8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EB13C6-6293-184E-C58E-1CA8BB29D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5E0601A-2C00-1C41-A00B-CDDDDF7DEF8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368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4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11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22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3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4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5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7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8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3A5B6E-2D10-4238-D07B-79EBA754E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714DE-CAFF-8571-1246-8AF3D02D1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CDBB7F-33B0-DE03-C7E8-69E7BDB8F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11948A4-CD6D-1F4E-9998-AE61D40A036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486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FD4761BA-49AF-D2D4-6DBB-0AC283B4B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577AC852-EA66-9529-15F4-CD03C12B8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23AE44CD-F4A7-F99D-1DCF-AB4A704A3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8E76CE0-14A8-7141-AE25-4483D652D94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6196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8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91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2" indent="0">
              <a:buNone/>
              <a:defRPr sz="1800" b="1"/>
            </a:lvl3pPr>
            <a:lvl4pPr marL="1371633" indent="0">
              <a:buNone/>
              <a:defRPr sz="1600" b="1"/>
            </a:lvl4pPr>
            <a:lvl5pPr marL="1828844" indent="0">
              <a:buNone/>
              <a:defRPr sz="1600" b="1"/>
            </a:lvl5pPr>
            <a:lvl6pPr marL="2286055" indent="0">
              <a:buNone/>
              <a:defRPr sz="1600" b="1"/>
            </a:lvl6pPr>
            <a:lvl7pPr marL="2743266" indent="0">
              <a:buNone/>
              <a:defRPr sz="1600" b="1"/>
            </a:lvl7pPr>
            <a:lvl8pPr marL="3200476" indent="0">
              <a:buNone/>
              <a:defRPr sz="1600" b="1"/>
            </a:lvl8pPr>
            <a:lvl9pPr marL="3657687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91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2" indent="0">
              <a:buNone/>
              <a:defRPr sz="1800" b="1"/>
            </a:lvl3pPr>
            <a:lvl4pPr marL="1371633" indent="0">
              <a:buNone/>
              <a:defRPr sz="1600" b="1"/>
            </a:lvl4pPr>
            <a:lvl5pPr marL="1828844" indent="0">
              <a:buNone/>
              <a:defRPr sz="1600" b="1"/>
            </a:lvl5pPr>
            <a:lvl6pPr marL="2286055" indent="0">
              <a:buNone/>
              <a:defRPr sz="1600" b="1"/>
            </a:lvl6pPr>
            <a:lvl7pPr marL="2743266" indent="0">
              <a:buNone/>
              <a:defRPr sz="1600" b="1"/>
            </a:lvl7pPr>
            <a:lvl8pPr marL="3200476" indent="0">
              <a:buNone/>
              <a:defRPr sz="1600" b="1"/>
            </a:lvl8pPr>
            <a:lvl9pPr marL="3657687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40A4FFC3-570C-D828-7D9E-EB874D4DA9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D8DD2130-9F1D-00A7-8FD9-453C96CAF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B6BE624C-B385-1D36-379E-AA41DAE33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5D201CA-F263-A841-A08C-2F9BE96514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2015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2408CEDF-FBB3-9E38-D723-C55B72FE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5A23A021-2C5F-47E2-8209-0C8D5F866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6902C53F-5B25-7656-4E6C-3BE1A9E89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D44F75-0D0A-5C48-8497-BD67E9F95AE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636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E770FCA0-A84C-CF63-5ECC-14EB988F40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35C32944-971A-79C3-0C85-8545A83F3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CD2BF0F5-46A8-4B23-AECB-729F53C88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DD7F188-F0DA-3342-BCA5-AF63332EAAB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3626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91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91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0"/>
            </a:lvl2pPr>
            <a:lvl3pPr marL="914422" indent="0">
              <a:buNone/>
              <a:defRPr sz="1200"/>
            </a:lvl3pPr>
            <a:lvl4pPr marL="1371633" indent="0">
              <a:buNone/>
              <a:defRPr sz="1000"/>
            </a:lvl4pPr>
            <a:lvl5pPr marL="1828844" indent="0">
              <a:buNone/>
              <a:defRPr sz="1000"/>
            </a:lvl5pPr>
            <a:lvl6pPr marL="2286055" indent="0">
              <a:buNone/>
              <a:defRPr sz="1000"/>
            </a:lvl6pPr>
            <a:lvl7pPr marL="2743266" indent="0">
              <a:buNone/>
              <a:defRPr sz="1000"/>
            </a:lvl7pPr>
            <a:lvl8pPr marL="3200476" indent="0">
              <a:buNone/>
              <a:defRPr sz="1000"/>
            </a:lvl8pPr>
            <a:lvl9pPr marL="3657687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66903EF7-BB40-333D-FFB2-132D9C7A8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103DE8C-456D-A06E-B14F-82DAE57E0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3DE4BA3-0710-A9D9-D6AE-0D29E07DF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8CCC958-D849-D045-BB8D-6A1E1AA4EF3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11043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91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11" indent="0">
              <a:buNone/>
              <a:defRPr sz="2800"/>
            </a:lvl2pPr>
            <a:lvl3pPr marL="914422" indent="0">
              <a:buNone/>
              <a:defRPr sz="2400"/>
            </a:lvl3pPr>
            <a:lvl4pPr marL="1371633" indent="0">
              <a:buNone/>
              <a:defRPr sz="2000"/>
            </a:lvl4pPr>
            <a:lvl5pPr marL="1828844" indent="0">
              <a:buNone/>
              <a:defRPr sz="2000"/>
            </a:lvl5pPr>
            <a:lvl6pPr marL="2286055" indent="0">
              <a:buNone/>
              <a:defRPr sz="2000"/>
            </a:lvl6pPr>
            <a:lvl7pPr marL="2743266" indent="0">
              <a:buNone/>
              <a:defRPr sz="2000"/>
            </a:lvl7pPr>
            <a:lvl8pPr marL="3200476" indent="0">
              <a:buNone/>
              <a:defRPr sz="2000"/>
            </a:lvl8pPr>
            <a:lvl9pPr marL="3657687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91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0"/>
            </a:lvl2pPr>
            <a:lvl3pPr marL="914422" indent="0">
              <a:buNone/>
              <a:defRPr sz="1200"/>
            </a:lvl3pPr>
            <a:lvl4pPr marL="1371633" indent="0">
              <a:buNone/>
              <a:defRPr sz="1000"/>
            </a:lvl4pPr>
            <a:lvl5pPr marL="1828844" indent="0">
              <a:buNone/>
              <a:defRPr sz="1000"/>
            </a:lvl5pPr>
            <a:lvl6pPr marL="2286055" indent="0">
              <a:buNone/>
              <a:defRPr sz="1000"/>
            </a:lvl6pPr>
            <a:lvl7pPr marL="2743266" indent="0">
              <a:buNone/>
              <a:defRPr sz="1000"/>
            </a:lvl7pPr>
            <a:lvl8pPr marL="3200476" indent="0">
              <a:buNone/>
              <a:defRPr sz="1000"/>
            </a:lvl8pPr>
            <a:lvl9pPr marL="3657687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75D48452-E3A5-451C-4394-2DBD5E610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0F98F901-0321-1FB3-C605-FE59A255D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05062F44-0B6A-AFBF-1AB1-CA7C60BC5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55B31B0-BE3E-3948-82E7-0A54056C66A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93439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8F8BBB-2A88-6ED4-5F5C-BA280ECF7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C66B9C-795A-5458-D9AC-F2AA4DA990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78623C-39E9-3D3F-B71A-E7A47F6FB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9FEF98D-D786-DA4E-9A9D-81DB861D4B8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5994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05692D-FA4F-5913-03F3-3C72F04DC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DD8FCB-1499-A1B2-2DFF-93CD1A9B7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AB961D-5AEA-3174-1831-9D7EDB66E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AB61A53-A9C4-EB4E-BBC0-0EC2ABF9BC4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1749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fograph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560218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5762F-5648-EFD0-25F8-ED3EDE4BF23D}"/>
              </a:ext>
            </a:extLst>
          </p:cNvPr>
          <p:cNvSpPr txBox="1">
            <a:spLocks/>
          </p:cNvSpPr>
          <p:nvPr userDrawn="1"/>
        </p:nvSpPr>
        <p:spPr>
          <a:xfrm>
            <a:off x="838200" y="349250"/>
            <a:ext cx="10553700" cy="1235075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b="1" i="0" kern="1200">
                <a:solidFill>
                  <a:schemeClr val="bg1"/>
                </a:solidFill>
                <a:latin typeface="Helvetica" pitchFamily="2" charset="0"/>
                <a:ea typeface="+mj-ea"/>
                <a:cs typeface="+mj-cs"/>
              </a:defRPr>
            </a:lvl1pPr>
          </a:lstStyle>
          <a:p>
            <a:pPr rtl="1" fontAlgn="auto">
              <a:spcAft>
                <a:spcPts val="0"/>
              </a:spcAft>
              <a:defRPr/>
            </a:pPr>
            <a:endParaRPr lang="en-SA" sz="4800">
              <a:solidFill>
                <a:srgbClr val="162644"/>
              </a:solidFill>
            </a:endParaRPr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8"/>
          </p:nvPr>
        </p:nvSpPr>
        <p:spPr>
          <a:xfrm>
            <a:off x="534988" y="3894138"/>
            <a:ext cx="1649412" cy="1839912"/>
          </a:xfrm>
        </p:spPr>
        <p:txBody>
          <a:bodyPr lIns="0" tIns="0" rIns="0" bIns="0">
            <a:noAutofit/>
          </a:bodyPr>
          <a:lstStyle>
            <a:lvl1pPr marL="0" indent="0" algn="r" rtl="1">
              <a:buNone/>
              <a:defRPr sz="1400">
                <a:latin typeface="NeoSansArabic" panose="020B0504030504040204" pitchFamily="34" charset="-78"/>
                <a:cs typeface="+mj-cs"/>
              </a:defRPr>
            </a:lvl1pPr>
            <a:lvl2pPr marL="457211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2pPr>
            <a:lvl3pPr marL="914422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3pPr>
            <a:lvl4pPr marL="1371633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4pPr>
            <a:lvl5pPr marL="1828844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9"/>
          </p:nvPr>
        </p:nvSpPr>
        <p:spPr>
          <a:xfrm>
            <a:off x="1259198" y="1893492"/>
            <a:ext cx="1825885" cy="1332888"/>
          </a:xfrm>
        </p:spPr>
        <p:txBody>
          <a:bodyPr lIns="0" tIns="0" rIns="0" bIns="0">
            <a:noAutofit/>
          </a:bodyPr>
          <a:lstStyle>
            <a:lvl1pPr marL="0" indent="0" algn="r" rtl="1">
              <a:buNone/>
              <a:defRPr sz="1400">
                <a:latin typeface="NeoSansArabic" panose="020B0504030504040204" pitchFamily="34" charset="-78"/>
                <a:cs typeface="+mj-cs"/>
              </a:defRPr>
            </a:lvl1pPr>
            <a:lvl2pPr marL="457211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2pPr>
            <a:lvl3pPr marL="914422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3pPr>
            <a:lvl4pPr marL="1371633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4pPr>
            <a:lvl5pPr marL="1828844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sz="quarter" idx="20"/>
          </p:nvPr>
        </p:nvSpPr>
        <p:spPr>
          <a:xfrm>
            <a:off x="3379793" y="3894138"/>
            <a:ext cx="1649412" cy="1839912"/>
          </a:xfrm>
        </p:spPr>
        <p:txBody>
          <a:bodyPr lIns="0" tIns="0" rIns="0" bIns="0">
            <a:noAutofit/>
          </a:bodyPr>
          <a:lstStyle>
            <a:lvl1pPr marL="0" indent="0" algn="r" rtl="1">
              <a:buNone/>
              <a:defRPr sz="1400">
                <a:latin typeface="NeoSansArabic" panose="020B0504030504040204" pitchFamily="34" charset="-78"/>
                <a:cs typeface="+mj-cs"/>
              </a:defRPr>
            </a:lvl1pPr>
            <a:lvl2pPr marL="457211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2pPr>
            <a:lvl3pPr marL="914422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3pPr>
            <a:lvl4pPr marL="1371633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4pPr>
            <a:lvl5pPr marL="1828844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2"/>
          <p:cNvSpPr>
            <a:spLocks noGrp="1"/>
          </p:cNvSpPr>
          <p:nvPr>
            <p:ph type="body" sz="quarter" idx="21"/>
          </p:nvPr>
        </p:nvSpPr>
        <p:spPr>
          <a:xfrm>
            <a:off x="4104003" y="1893492"/>
            <a:ext cx="1825885" cy="1332888"/>
          </a:xfrm>
        </p:spPr>
        <p:txBody>
          <a:bodyPr lIns="0" tIns="0" rIns="0" bIns="0">
            <a:noAutofit/>
          </a:bodyPr>
          <a:lstStyle>
            <a:lvl1pPr marL="0" indent="0" algn="r" rtl="1">
              <a:buNone/>
              <a:defRPr sz="1400">
                <a:latin typeface="NeoSansArabic" panose="020B0504030504040204" pitchFamily="34" charset="-78"/>
                <a:cs typeface="+mj-cs"/>
              </a:defRPr>
            </a:lvl1pPr>
            <a:lvl2pPr marL="457211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2pPr>
            <a:lvl3pPr marL="914422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3pPr>
            <a:lvl4pPr marL="1371633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4pPr>
            <a:lvl5pPr marL="1828844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sz="quarter" idx="22"/>
          </p:nvPr>
        </p:nvSpPr>
        <p:spPr>
          <a:xfrm>
            <a:off x="6213584" y="3894138"/>
            <a:ext cx="1649412" cy="1839912"/>
          </a:xfrm>
        </p:spPr>
        <p:txBody>
          <a:bodyPr lIns="0" tIns="0" rIns="0" bIns="0">
            <a:noAutofit/>
          </a:bodyPr>
          <a:lstStyle>
            <a:lvl1pPr marL="0" indent="0" algn="r" rtl="1">
              <a:buNone/>
              <a:defRPr sz="1400">
                <a:latin typeface="NeoSansArabic" panose="020B0504030504040204" pitchFamily="34" charset="-78"/>
                <a:cs typeface="+mj-cs"/>
              </a:defRPr>
            </a:lvl1pPr>
            <a:lvl2pPr marL="457211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2pPr>
            <a:lvl3pPr marL="914422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3pPr>
            <a:lvl4pPr marL="1371633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4pPr>
            <a:lvl5pPr marL="1828844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2"/>
          <p:cNvSpPr>
            <a:spLocks noGrp="1"/>
          </p:cNvSpPr>
          <p:nvPr>
            <p:ph type="body" sz="quarter" idx="23"/>
          </p:nvPr>
        </p:nvSpPr>
        <p:spPr>
          <a:xfrm>
            <a:off x="6937794" y="1893492"/>
            <a:ext cx="1825885" cy="1332888"/>
          </a:xfrm>
        </p:spPr>
        <p:txBody>
          <a:bodyPr lIns="0" tIns="0" rIns="0" bIns="0">
            <a:noAutofit/>
          </a:bodyPr>
          <a:lstStyle>
            <a:lvl1pPr marL="0" indent="0" algn="r" rtl="1">
              <a:buNone/>
              <a:defRPr sz="1400">
                <a:latin typeface="NeoSansArabic" panose="020B0504030504040204" pitchFamily="34" charset="-78"/>
                <a:cs typeface="+mj-cs"/>
              </a:defRPr>
            </a:lvl1pPr>
            <a:lvl2pPr marL="457211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2pPr>
            <a:lvl3pPr marL="914422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3pPr>
            <a:lvl4pPr marL="1371633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4pPr>
            <a:lvl5pPr marL="1828844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2"/>
          <p:cNvSpPr>
            <a:spLocks noGrp="1"/>
          </p:cNvSpPr>
          <p:nvPr>
            <p:ph type="body" sz="quarter" idx="24"/>
          </p:nvPr>
        </p:nvSpPr>
        <p:spPr>
          <a:xfrm>
            <a:off x="9084695" y="3894138"/>
            <a:ext cx="1649412" cy="1839912"/>
          </a:xfrm>
        </p:spPr>
        <p:txBody>
          <a:bodyPr lIns="0" tIns="0" rIns="0" bIns="0">
            <a:noAutofit/>
          </a:bodyPr>
          <a:lstStyle>
            <a:lvl1pPr marL="0" indent="0" algn="r" rtl="1">
              <a:buNone/>
              <a:defRPr sz="1400">
                <a:latin typeface="NeoSansArabic" panose="020B0504030504040204" pitchFamily="34" charset="-78"/>
                <a:cs typeface="+mj-cs"/>
              </a:defRPr>
            </a:lvl1pPr>
            <a:lvl2pPr marL="457211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2pPr>
            <a:lvl3pPr marL="914422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3pPr>
            <a:lvl4pPr marL="1371633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4pPr>
            <a:lvl5pPr marL="1828844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2"/>
          <p:cNvSpPr>
            <a:spLocks noGrp="1"/>
          </p:cNvSpPr>
          <p:nvPr>
            <p:ph type="body" sz="quarter" idx="25"/>
          </p:nvPr>
        </p:nvSpPr>
        <p:spPr>
          <a:xfrm>
            <a:off x="9808904" y="1893492"/>
            <a:ext cx="1825885" cy="1332888"/>
          </a:xfrm>
        </p:spPr>
        <p:txBody>
          <a:bodyPr lIns="0" tIns="0" rIns="0" bIns="0">
            <a:noAutofit/>
          </a:bodyPr>
          <a:lstStyle>
            <a:lvl1pPr marL="0" indent="0" algn="r" rtl="1">
              <a:buNone/>
              <a:defRPr sz="1400">
                <a:latin typeface="NeoSansArabic" panose="020B0504030504040204" pitchFamily="34" charset="-78"/>
                <a:cs typeface="+mj-cs"/>
              </a:defRPr>
            </a:lvl1pPr>
            <a:lvl2pPr marL="457211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2pPr>
            <a:lvl3pPr marL="914422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3pPr>
            <a:lvl4pPr marL="1371633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4pPr>
            <a:lvl5pPr marL="1828844" indent="0">
              <a:buNone/>
              <a:defRPr sz="1200">
                <a:latin typeface="NeoSansArabic" panose="020B0504030504040204" pitchFamily="34" charset="-78"/>
                <a:cs typeface="NeoSansArabic" panose="020B0504030504040204" pitchFamily="34" charset="-7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7511307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 #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6320803"/>
      </p:ext>
    </p:extLst>
  </p:cSld>
  <p:clrMapOvr>
    <a:masterClrMapping/>
  </p:clrMapOvr>
  <p:transition spd="slow" advClick="0" advTm="1000">
    <p:push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4"/>
          <p:cNvSpPr>
            <a:spLocks noGrp="1"/>
          </p:cNvSpPr>
          <p:nvPr>
            <p:ph type="pic" sz="quarter" idx="30"/>
          </p:nvPr>
        </p:nvSpPr>
        <p:spPr>
          <a:xfrm>
            <a:off x="10012175" y="2029985"/>
            <a:ext cx="1612637" cy="2062613"/>
          </a:xfrm>
        </p:spPr>
        <p:txBody>
          <a:bodyPr rtlCol="0">
            <a:normAutofit/>
          </a:bodyPr>
          <a:lstStyle>
            <a:lvl1pPr marL="228605" indent="-228605">
              <a:buFont typeface="Wingdings" pitchFamily="2" charset="2"/>
              <a:buChar char="§"/>
              <a:defRPr>
                <a:solidFill>
                  <a:srgbClr val="636062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PH" noProof="0"/>
          </a:p>
        </p:txBody>
      </p:sp>
      <p:sp>
        <p:nvSpPr>
          <p:cNvPr id="3" name="Picture Placeholder 4"/>
          <p:cNvSpPr>
            <a:spLocks noGrp="1"/>
          </p:cNvSpPr>
          <p:nvPr>
            <p:ph type="pic" sz="quarter" idx="31"/>
          </p:nvPr>
        </p:nvSpPr>
        <p:spPr>
          <a:xfrm>
            <a:off x="8241647" y="2043433"/>
            <a:ext cx="1612637" cy="2062613"/>
          </a:xfrm>
        </p:spPr>
        <p:txBody>
          <a:bodyPr rtlCol="0">
            <a:normAutofit/>
          </a:bodyPr>
          <a:lstStyle>
            <a:lvl1pPr marL="228605" indent="-228605">
              <a:buFont typeface="Wingdings" pitchFamily="2" charset="2"/>
              <a:buChar char="§"/>
              <a:defRPr>
                <a:solidFill>
                  <a:srgbClr val="636062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PH" noProof="0"/>
          </a:p>
        </p:txBody>
      </p:sp>
      <p:sp>
        <p:nvSpPr>
          <p:cNvPr id="4" name="Picture Placeholder 4"/>
          <p:cNvSpPr>
            <a:spLocks noGrp="1"/>
          </p:cNvSpPr>
          <p:nvPr>
            <p:ph type="pic" sz="quarter" idx="32"/>
          </p:nvPr>
        </p:nvSpPr>
        <p:spPr>
          <a:xfrm>
            <a:off x="6457671" y="2043433"/>
            <a:ext cx="1612637" cy="2062613"/>
          </a:xfrm>
        </p:spPr>
        <p:txBody>
          <a:bodyPr rtlCol="0">
            <a:normAutofit/>
          </a:bodyPr>
          <a:lstStyle>
            <a:lvl1pPr marL="228605" indent="-228605">
              <a:buFont typeface="Wingdings" pitchFamily="2" charset="2"/>
              <a:buChar char="§"/>
              <a:defRPr>
                <a:solidFill>
                  <a:srgbClr val="636062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PH" noProof="0"/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33"/>
          </p:nvPr>
        </p:nvSpPr>
        <p:spPr>
          <a:xfrm>
            <a:off x="4680419" y="2056881"/>
            <a:ext cx="1612637" cy="2062613"/>
          </a:xfrm>
        </p:spPr>
        <p:txBody>
          <a:bodyPr rtlCol="0">
            <a:normAutofit/>
          </a:bodyPr>
          <a:lstStyle>
            <a:lvl1pPr marL="228605" indent="-228605">
              <a:buFont typeface="Wingdings" pitchFamily="2" charset="2"/>
              <a:buChar char="§"/>
              <a:defRPr>
                <a:solidFill>
                  <a:srgbClr val="636062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PH" noProof="0"/>
          </a:p>
        </p:txBody>
      </p:sp>
      <p:sp>
        <p:nvSpPr>
          <p:cNvPr id="6" name="Picture Placeholder 4"/>
          <p:cNvSpPr>
            <a:spLocks noGrp="1"/>
          </p:cNvSpPr>
          <p:nvPr>
            <p:ph type="pic" sz="quarter" idx="34"/>
          </p:nvPr>
        </p:nvSpPr>
        <p:spPr>
          <a:xfrm>
            <a:off x="2903165" y="2067386"/>
            <a:ext cx="1612637" cy="2062613"/>
          </a:xfrm>
        </p:spPr>
        <p:txBody>
          <a:bodyPr rtlCol="0">
            <a:normAutofit/>
          </a:bodyPr>
          <a:lstStyle>
            <a:lvl1pPr marL="228605" indent="-228605">
              <a:buFont typeface="Wingdings" pitchFamily="2" charset="2"/>
              <a:buChar char="§"/>
              <a:defRPr>
                <a:solidFill>
                  <a:srgbClr val="636062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PH" noProof="0"/>
          </a:p>
        </p:txBody>
      </p:sp>
      <p:sp>
        <p:nvSpPr>
          <p:cNvPr id="7" name="Picture Placeholder 4"/>
          <p:cNvSpPr>
            <a:spLocks noGrp="1"/>
          </p:cNvSpPr>
          <p:nvPr>
            <p:ph type="pic" sz="quarter" idx="35"/>
          </p:nvPr>
        </p:nvSpPr>
        <p:spPr>
          <a:xfrm>
            <a:off x="1109209" y="2074107"/>
            <a:ext cx="1612637" cy="2062613"/>
          </a:xfrm>
        </p:spPr>
        <p:txBody>
          <a:bodyPr rtlCol="0">
            <a:normAutofit/>
          </a:bodyPr>
          <a:lstStyle>
            <a:lvl1pPr marL="228605" indent="-228605">
              <a:buFont typeface="Wingdings" pitchFamily="2" charset="2"/>
              <a:buChar char="§"/>
              <a:defRPr>
                <a:solidFill>
                  <a:srgbClr val="636062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PH" noProof="0"/>
          </a:p>
        </p:txBody>
      </p:sp>
      <p:sp>
        <p:nvSpPr>
          <p:cNvPr id="8" name="Text Placeholder 47"/>
          <p:cNvSpPr>
            <a:spLocks noGrp="1"/>
          </p:cNvSpPr>
          <p:nvPr>
            <p:ph type="body" sz="quarter" idx="36"/>
          </p:nvPr>
        </p:nvSpPr>
        <p:spPr>
          <a:xfrm>
            <a:off x="1119190" y="4168916"/>
            <a:ext cx="1612637" cy="434346"/>
          </a:xfrm>
        </p:spPr>
        <p:txBody>
          <a:bodyPr>
            <a:noAutofit/>
          </a:bodyPr>
          <a:lstStyle>
            <a:lvl1pPr marL="0" indent="0" algn="l" rtl="1">
              <a:buNone/>
              <a:defRPr sz="1200" b="0" i="0" kern="1000" baseline="0">
                <a:solidFill>
                  <a:srgbClr val="636062"/>
                </a:solidFill>
                <a:latin typeface="Helvetica" pitchFamily="2" charset="0"/>
                <a:cs typeface="+mj-cs"/>
              </a:defRPr>
            </a:lvl1pPr>
            <a:lvl5pPr marL="1828844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7"/>
          <p:cNvSpPr>
            <a:spLocks noGrp="1"/>
          </p:cNvSpPr>
          <p:nvPr>
            <p:ph type="body" sz="quarter" idx="37"/>
          </p:nvPr>
        </p:nvSpPr>
        <p:spPr>
          <a:xfrm>
            <a:off x="2913146" y="4149763"/>
            <a:ext cx="1671329" cy="434345"/>
          </a:xfrm>
        </p:spPr>
        <p:txBody>
          <a:bodyPr>
            <a:noAutofit/>
          </a:bodyPr>
          <a:lstStyle>
            <a:lvl1pPr marL="0" indent="0" algn="l" rtl="1">
              <a:buNone/>
              <a:defRPr sz="1200" b="0" i="0" kern="1000" baseline="0">
                <a:solidFill>
                  <a:srgbClr val="636062"/>
                </a:solidFill>
                <a:latin typeface="Helvetica" pitchFamily="2" charset="0"/>
                <a:cs typeface="+mj-cs"/>
              </a:defRPr>
            </a:lvl1pPr>
            <a:lvl5pPr marL="1828844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47"/>
          <p:cNvSpPr>
            <a:spLocks noGrp="1"/>
          </p:cNvSpPr>
          <p:nvPr>
            <p:ph type="body" sz="quarter" idx="38"/>
          </p:nvPr>
        </p:nvSpPr>
        <p:spPr>
          <a:xfrm>
            <a:off x="4694267" y="4149766"/>
            <a:ext cx="1664795" cy="434344"/>
          </a:xfrm>
        </p:spPr>
        <p:txBody>
          <a:bodyPr>
            <a:noAutofit/>
          </a:bodyPr>
          <a:lstStyle>
            <a:lvl1pPr marL="0" indent="0" algn="l" rtl="1">
              <a:buNone/>
              <a:defRPr sz="1200" b="0" i="0" kern="1000" baseline="0">
                <a:solidFill>
                  <a:srgbClr val="636062"/>
                </a:solidFill>
                <a:latin typeface="Helvetica" pitchFamily="2" charset="0"/>
                <a:cs typeface="+mj-cs"/>
              </a:defRPr>
            </a:lvl1pPr>
            <a:lvl5pPr marL="1828844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7"/>
          <p:cNvSpPr>
            <a:spLocks noGrp="1"/>
          </p:cNvSpPr>
          <p:nvPr>
            <p:ph type="body" sz="quarter" idx="39"/>
          </p:nvPr>
        </p:nvSpPr>
        <p:spPr>
          <a:xfrm>
            <a:off x="6471117" y="4141699"/>
            <a:ext cx="1622616" cy="434343"/>
          </a:xfrm>
        </p:spPr>
        <p:txBody>
          <a:bodyPr>
            <a:noAutofit/>
          </a:bodyPr>
          <a:lstStyle>
            <a:lvl1pPr marL="0" indent="0" algn="l" rtl="1">
              <a:buNone/>
              <a:defRPr sz="1200" b="0" i="0" kern="1000" baseline="0">
                <a:solidFill>
                  <a:srgbClr val="636062"/>
                </a:solidFill>
                <a:latin typeface="Helvetica" pitchFamily="2" charset="0"/>
                <a:cs typeface="+mj-cs"/>
              </a:defRPr>
            </a:lvl1pPr>
            <a:lvl5pPr marL="1828844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47"/>
          <p:cNvSpPr>
            <a:spLocks noGrp="1"/>
          </p:cNvSpPr>
          <p:nvPr>
            <p:ph type="body" sz="quarter" idx="40"/>
          </p:nvPr>
        </p:nvSpPr>
        <p:spPr>
          <a:xfrm>
            <a:off x="8246633" y="4149766"/>
            <a:ext cx="1622616" cy="426276"/>
          </a:xfrm>
        </p:spPr>
        <p:txBody>
          <a:bodyPr>
            <a:noAutofit/>
          </a:bodyPr>
          <a:lstStyle>
            <a:lvl1pPr marL="0" indent="0" algn="l" rtl="1">
              <a:buNone/>
              <a:defRPr sz="1200" b="0" i="0" kern="1000" baseline="0">
                <a:solidFill>
                  <a:srgbClr val="636062"/>
                </a:solidFill>
                <a:latin typeface="Helvetica" pitchFamily="2" charset="0"/>
                <a:cs typeface="+mj-cs"/>
              </a:defRPr>
            </a:lvl1pPr>
            <a:lvl5pPr marL="1828844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47"/>
          <p:cNvSpPr>
            <a:spLocks noGrp="1"/>
          </p:cNvSpPr>
          <p:nvPr>
            <p:ph type="body" sz="quarter" idx="41"/>
          </p:nvPr>
        </p:nvSpPr>
        <p:spPr>
          <a:xfrm>
            <a:off x="10012170" y="4136722"/>
            <a:ext cx="1622616" cy="447387"/>
          </a:xfrm>
        </p:spPr>
        <p:txBody>
          <a:bodyPr>
            <a:noAutofit/>
          </a:bodyPr>
          <a:lstStyle>
            <a:lvl1pPr marL="0" indent="0" algn="l" rtl="1">
              <a:buNone/>
              <a:defRPr sz="1200" b="0" i="0" kern="1000" baseline="0">
                <a:solidFill>
                  <a:srgbClr val="636062"/>
                </a:solidFill>
                <a:latin typeface="Helvetica" pitchFamily="2" charset="0"/>
                <a:cs typeface="+mj-cs"/>
              </a:defRPr>
            </a:lvl1pPr>
            <a:lvl5pPr marL="1828844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063424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12"/>
          </p:nvPr>
        </p:nvSpPr>
        <p:spPr>
          <a:xfrm>
            <a:off x="1710383" y="1655864"/>
            <a:ext cx="3374136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13"/>
          </p:nvPr>
        </p:nvSpPr>
        <p:spPr>
          <a:xfrm>
            <a:off x="1710383" y="4089685"/>
            <a:ext cx="3374136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14"/>
          </p:nvPr>
        </p:nvSpPr>
        <p:spPr>
          <a:xfrm>
            <a:off x="1710383" y="2870483"/>
            <a:ext cx="3374136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15"/>
          </p:nvPr>
        </p:nvSpPr>
        <p:spPr>
          <a:xfrm>
            <a:off x="1710383" y="5298931"/>
            <a:ext cx="3374136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7"/>
          <p:cNvSpPr>
            <a:spLocks noGrp="1"/>
          </p:cNvSpPr>
          <p:nvPr>
            <p:ph type="body" sz="quarter" idx="16"/>
          </p:nvPr>
        </p:nvSpPr>
        <p:spPr>
          <a:xfrm>
            <a:off x="805815" y="1644263"/>
            <a:ext cx="557784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7"/>
          <p:cNvSpPr>
            <a:spLocks noGrp="1"/>
          </p:cNvSpPr>
          <p:nvPr>
            <p:ph type="body" sz="quarter" idx="17"/>
          </p:nvPr>
        </p:nvSpPr>
        <p:spPr>
          <a:xfrm>
            <a:off x="805815" y="2858440"/>
            <a:ext cx="557784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7"/>
          <p:cNvSpPr>
            <a:spLocks noGrp="1"/>
          </p:cNvSpPr>
          <p:nvPr>
            <p:ph type="body" sz="quarter" idx="18"/>
          </p:nvPr>
        </p:nvSpPr>
        <p:spPr>
          <a:xfrm>
            <a:off x="805815" y="4073505"/>
            <a:ext cx="557784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7"/>
          <p:cNvSpPr>
            <a:spLocks noGrp="1"/>
          </p:cNvSpPr>
          <p:nvPr>
            <p:ph type="body" sz="quarter" idx="19"/>
          </p:nvPr>
        </p:nvSpPr>
        <p:spPr>
          <a:xfrm>
            <a:off x="805815" y="5288124"/>
            <a:ext cx="557784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9335352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12"/>
          </p:nvPr>
        </p:nvSpPr>
        <p:spPr>
          <a:xfrm>
            <a:off x="995328" y="2207219"/>
            <a:ext cx="224028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995328" y="1752722"/>
            <a:ext cx="2240280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995328" y="4519019"/>
            <a:ext cx="224028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995328" y="4064528"/>
            <a:ext cx="2240280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8956392" y="2207219"/>
            <a:ext cx="224028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8956392" y="1752722"/>
            <a:ext cx="2240280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8956392" y="4519019"/>
            <a:ext cx="224028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8956392" y="4064528"/>
            <a:ext cx="2240280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5184394" y="3205869"/>
            <a:ext cx="1819656" cy="101498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144919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27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5390481" y="1959098"/>
            <a:ext cx="2267712" cy="85953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27"/>
          <p:cNvSpPr>
            <a:spLocks noGrp="1"/>
          </p:cNvSpPr>
          <p:nvPr>
            <p:ph type="body" sz="quarter" idx="29"/>
          </p:nvPr>
        </p:nvSpPr>
        <p:spPr>
          <a:xfrm>
            <a:off x="5390481" y="3498571"/>
            <a:ext cx="2267712" cy="85953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27"/>
          <p:cNvSpPr>
            <a:spLocks noGrp="1"/>
          </p:cNvSpPr>
          <p:nvPr>
            <p:ph type="body" sz="quarter" idx="30"/>
          </p:nvPr>
        </p:nvSpPr>
        <p:spPr>
          <a:xfrm>
            <a:off x="9056836" y="1959098"/>
            <a:ext cx="2267712" cy="85953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27"/>
          <p:cNvSpPr>
            <a:spLocks noGrp="1"/>
          </p:cNvSpPr>
          <p:nvPr>
            <p:ph type="body" sz="quarter" idx="31"/>
          </p:nvPr>
        </p:nvSpPr>
        <p:spPr>
          <a:xfrm>
            <a:off x="9056836" y="3498571"/>
            <a:ext cx="2267712" cy="85953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32"/>
          </p:nvPr>
        </p:nvSpPr>
        <p:spPr>
          <a:xfrm>
            <a:off x="1778000" y="5838150"/>
            <a:ext cx="8631936" cy="55778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0236493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27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6870509" y="1587533"/>
            <a:ext cx="4224528" cy="557784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32"/>
          </p:nvPr>
        </p:nvSpPr>
        <p:spPr>
          <a:xfrm>
            <a:off x="1778000" y="5838150"/>
            <a:ext cx="8631936" cy="55778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7"/>
          <p:cNvSpPr>
            <a:spLocks noGrp="1"/>
          </p:cNvSpPr>
          <p:nvPr>
            <p:ph type="body" sz="quarter" idx="16"/>
          </p:nvPr>
        </p:nvSpPr>
        <p:spPr>
          <a:xfrm>
            <a:off x="6174738" y="1572145"/>
            <a:ext cx="704088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7"/>
          <p:cNvSpPr>
            <a:spLocks noGrp="1"/>
          </p:cNvSpPr>
          <p:nvPr>
            <p:ph type="body" sz="quarter" idx="33"/>
          </p:nvPr>
        </p:nvSpPr>
        <p:spPr>
          <a:xfrm>
            <a:off x="6174738" y="2781886"/>
            <a:ext cx="704088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7"/>
          <p:cNvSpPr>
            <a:spLocks noGrp="1"/>
          </p:cNvSpPr>
          <p:nvPr>
            <p:ph type="body" sz="quarter" idx="34"/>
          </p:nvPr>
        </p:nvSpPr>
        <p:spPr>
          <a:xfrm>
            <a:off x="6174738" y="3992288"/>
            <a:ext cx="704088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7"/>
          <p:cNvSpPr>
            <a:spLocks noGrp="1"/>
          </p:cNvSpPr>
          <p:nvPr>
            <p:ph type="body" sz="quarter" idx="35"/>
          </p:nvPr>
        </p:nvSpPr>
        <p:spPr>
          <a:xfrm>
            <a:off x="6870509" y="2793929"/>
            <a:ext cx="4224528" cy="557784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7"/>
          <p:cNvSpPr>
            <a:spLocks noGrp="1"/>
          </p:cNvSpPr>
          <p:nvPr>
            <p:ph type="body" sz="quarter" idx="36"/>
          </p:nvPr>
        </p:nvSpPr>
        <p:spPr>
          <a:xfrm>
            <a:off x="6870509" y="4004114"/>
            <a:ext cx="4224528" cy="557784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2605032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9" name="Text Placeholder 27"/>
          <p:cNvSpPr>
            <a:spLocks noGrp="1"/>
          </p:cNvSpPr>
          <p:nvPr>
            <p:ph type="body" sz="quarter" idx="12"/>
          </p:nvPr>
        </p:nvSpPr>
        <p:spPr>
          <a:xfrm>
            <a:off x="1912883" y="4675346"/>
            <a:ext cx="1298448" cy="117043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7"/>
          <p:cNvSpPr>
            <a:spLocks noGrp="1"/>
          </p:cNvSpPr>
          <p:nvPr>
            <p:ph type="body" sz="quarter" idx="16"/>
          </p:nvPr>
        </p:nvSpPr>
        <p:spPr>
          <a:xfrm>
            <a:off x="1185408" y="4909976"/>
            <a:ext cx="704088" cy="704088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0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7"/>
          <p:cNvSpPr>
            <a:spLocks noGrp="1"/>
          </p:cNvSpPr>
          <p:nvPr>
            <p:ph type="body" sz="quarter" idx="17"/>
          </p:nvPr>
        </p:nvSpPr>
        <p:spPr>
          <a:xfrm>
            <a:off x="4513445" y="4675346"/>
            <a:ext cx="1298448" cy="117043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7"/>
          <p:cNvSpPr>
            <a:spLocks noGrp="1"/>
          </p:cNvSpPr>
          <p:nvPr>
            <p:ph type="body" sz="quarter" idx="18"/>
          </p:nvPr>
        </p:nvSpPr>
        <p:spPr>
          <a:xfrm>
            <a:off x="3785970" y="4909976"/>
            <a:ext cx="704088" cy="704088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0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7"/>
          <p:cNvSpPr>
            <a:spLocks noGrp="1"/>
          </p:cNvSpPr>
          <p:nvPr>
            <p:ph type="body" sz="quarter" idx="19"/>
          </p:nvPr>
        </p:nvSpPr>
        <p:spPr>
          <a:xfrm>
            <a:off x="7112182" y="4675346"/>
            <a:ext cx="1298448" cy="117043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6384707" y="4909976"/>
            <a:ext cx="704088" cy="704088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0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9710919" y="4675346"/>
            <a:ext cx="1298448" cy="117043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8983444" y="4909976"/>
            <a:ext cx="704088" cy="704088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0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12576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20" name="Text Placeholder 27"/>
          <p:cNvSpPr>
            <a:spLocks noGrp="1"/>
          </p:cNvSpPr>
          <p:nvPr>
            <p:ph type="body" sz="quarter" idx="12"/>
          </p:nvPr>
        </p:nvSpPr>
        <p:spPr>
          <a:xfrm>
            <a:off x="2021530" y="1410089"/>
            <a:ext cx="3941064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16"/>
          </p:nvPr>
        </p:nvSpPr>
        <p:spPr>
          <a:xfrm>
            <a:off x="1123994" y="1398488"/>
            <a:ext cx="557784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7"/>
          <p:cNvSpPr>
            <a:spLocks noGrp="1"/>
          </p:cNvSpPr>
          <p:nvPr>
            <p:ph type="body" sz="quarter" idx="17"/>
          </p:nvPr>
        </p:nvSpPr>
        <p:spPr>
          <a:xfrm>
            <a:off x="7253307" y="1410089"/>
            <a:ext cx="3941064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18"/>
          </p:nvPr>
        </p:nvSpPr>
        <p:spPr>
          <a:xfrm>
            <a:off x="6355771" y="1398488"/>
            <a:ext cx="557784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19"/>
          </p:nvPr>
        </p:nvSpPr>
        <p:spPr>
          <a:xfrm>
            <a:off x="2021530" y="2583340"/>
            <a:ext cx="3941064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1123994" y="2571738"/>
            <a:ext cx="557784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7253307" y="2583340"/>
            <a:ext cx="3941064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6355771" y="2571738"/>
            <a:ext cx="557784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4861163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17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021820" y="4805428"/>
            <a:ext cx="4846320" cy="1325880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021820" y="4398664"/>
            <a:ext cx="4846320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7593618" y="4261517"/>
            <a:ext cx="3579208" cy="704088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7593618" y="5408038"/>
            <a:ext cx="3579208" cy="704088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6373014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0739326-CF76-5C20-F6A9-24EBC33F2D00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750"/>
          </a:p>
        </p:txBody>
      </p:sp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15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021820" y="5651215"/>
            <a:ext cx="4267730" cy="557784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021820" y="5244451"/>
            <a:ext cx="4267730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6956425" y="5651215"/>
            <a:ext cx="4267730" cy="557784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6956425" y="5244451"/>
            <a:ext cx="4267730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6836063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E80757D-86B8-230D-091E-9E1333E24856}"/>
              </a:ext>
            </a:extLst>
          </p:cNvPr>
          <p:cNvSpPr/>
          <p:nvPr userDrawn="1"/>
        </p:nvSpPr>
        <p:spPr>
          <a:xfrm>
            <a:off x="0" y="3759201"/>
            <a:ext cx="12192000" cy="3098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ID" sz="2750"/>
          </a:p>
        </p:txBody>
      </p:sp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23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021078" y="2030182"/>
            <a:ext cx="5074920" cy="1170432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021078" y="1623421"/>
            <a:ext cx="5074920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12"/>
          </p:nvPr>
        </p:nvSpPr>
        <p:spPr>
          <a:xfrm>
            <a:off x="2021530" y="4360562"/>
            <a:ext cx="3941064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16"/>
          </p:nvPr>
        </p:nvSpPr>
        <p:spPr>
          <a:xfrm>
            <a:off x="1123994" y="4348960"/>
            <a:ext cx="557784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7"/>
          <p:cNvSpPr>
            <a:spLocks noGrp="1"/>
          </p:cNvSpPr>
          <p:nvPr>
            <p:ph type="body" sz="quarter" idx="17"/>
          </p:nvPr>
        </p:nvSpPr>
        <p:spPr>
          <a:xfrm>
            <a:off x="7253307" y="4360562"/>
            <a:ext cx="3941064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7"/>
          <p:cNvSpPr>
            <a:spLocks noGrp="1"/>
          </p:cNvSpPr>
          <p:nvPr>
            <p:ph type="body" sz="quarter" idx="18"/>
          </p:nvPr>
        </p:nvSpPr>
        <p:spPr>
          <a:xfrm>
            <a:off x="6355771" y="4348960"/>
            <a:ext cx="557784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7"/>
          <p:cNvSpPr>
            <a:spLocks noGrp="1"/>
          </p:cNvSpPr>
          <p:nvPr>
            <p:ph type="body" sz="quarter" idx="19"/>
          </p:nvPr>
        </p:nvSpPr>
        <p:spPr>
          <a:xfrm>
            <a:off x="2021530" y="5533814"/>
            <a:ext cx="3941064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1123994" y="5522213"/>
            <a:ext cx="557784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7253307" y="5533814"/>
            <a:ext cx="3941064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6355771" y="5522213"/>
            <a:ext cx="557784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8299786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22" name="Text Placeholder 27"/>
          <p:cNvSpPr>
            <a:spLocks noGrp="1"/>
          </p:cNvSpPr>
          <p:nvPr>
            <p:ph type="body" sz="quarter" idx="32"/>
          </p:nvPr>
        </p:nvSpPr>
        <p:spPr>
          <a:xfrm>
            <a:off x="1778000" y="5838150"/>
            <a:ext cx="8631936" cy="55778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7"/>
          <p:cNvSpPr>
            <a:spLocks noGrp="1"/>
          </p:cNvSpPr>
          <p:nvPr>
            <p:ph type="body" sz="quarter" idx="19"/>
          </p:nvPr>
        </p:nvSpPr>
        <p:spPr>
          <a:xfrm>
            <a:off x="1686467" y="1600627"/>
            <a:ext cx="4220220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985436" y="1586911"/>
            <a:ext cx="701030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7"/>
          <p:cNvSpPr>
            <a:spLocks noGrp="1"/>
          </p:cNvSpPr>
          <p:nvPr>
            <p:ph type="body" sz="quarter" idx="33"/>
          </p:nvPr>
        </p:nvSpPr>
        <p:spPr>
          <a:xfrm>
            <a:off x="1686467" y="2810806"/>
            <a:ext cx="4220220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34"/>
          </p:nvPr>
        </p:nvSpPr>
        <p:spPr>
          <a:xfrm>
            <a:off x="985436" y="2797090"/>
            <a:ext cx="701030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35"/>
          </p:nvPr>
        </p:nvSpPr>
        <p:spPr>
          <a:xfrm>
            <a:off x="1686467" y="4020989"/>
            <a:ext cx="4220220" cy="5577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36"/>
          </p:nvPr>
        </p:nvSpPr>
        <p:spPr>
          <a:xfrm>
            <a:off x="985436" y="4007273"/>
            <a:ext cx="701030" cy="58521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2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1124636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A019F6B-2523-65CD-29D8-B121D7F54BAD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750"/>
          </a:p>
        </p:txBody>
      </p:sp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17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433132" y="5194885"/>
            <a:ext cx="3648456" cy="704088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433132" y="4838273"/>
            <a:ext cx="3648456" cy="31089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6986726" y="2904031"/>
            <a:ext cx="4361688" cy="40233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6986726" y="2547413"/>
            <a:ext cx="4361688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6986726" y="5426964"/>
            <a:ext cx="4361688" cy="40233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6986726" y="5070349"/>
            <a:ext cx="4361688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1098293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12"/>
          </p:nvPr>
        </p:nvSpPr>
        <p:spPr>
          <a:xfrm>
            <a:off x="1238728" y="4937192"/>
            <a:ext cx="260604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1368305" y="4482698"/>
            <a:ext cx="1438275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4789647" y="4937192"/>
            <a:ext cx="260604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4919224" y="4482698"/>
            <a:ext cx="1438275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8340566" y="4937192"/>
            <a:ext cx="260604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8470143" y="4482698"/>
            <a:ext cx="1438275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4228752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9" name="Text Placeholder 27"/>
          <p:cNvSpPr>
            <a:spLocks noGrp="1"/>
          </p:cNvSpPr>
          <p:nvPr>
            <p:ph type="body" sz="quarter" idx="12"/>
          </p:nvPr>
        </p:nvSpPr>
        <p:spPr>
          <a:xfrm>
            <a:off x="1239220" y="5055734"/>
            <a:ext cx="260604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1368794" y="4601237"/>
            <a:ext cx="1438275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4793933" y="5055734"/>
            <a:ext cx="260604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4923510" y="4601237"/>
            <a:ext cx="1438275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8346740" y="5055734"/>
            <a:ext cx="260604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8476317" y="4601237"/>
            <a:ext cx="1438275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576027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9" name="Text Placeholder 27"/>
          <p:cNvSpPr>
            <a:spLocks noGrp="1"/>
          </p:cNvSpPr>
          <p:nvPr>
            <p:ph type="body" sz="quarter" idx="12"/>
          </p:nvPr>
        </p:nvSpPr>
        <p:spPr>
          <a:xfrm>
            <a:off x="994027" y="2245294"/>
            <a:ext cx="4425696" cy="117043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1123950" y="1790800"/>
            <a:ext cx="1438275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994027" y="4501307"/>
            <a:ext cx="4425696" cy="1170432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123950" y="4046813"/>
            <a:ext cx="1438275" cy="310896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6651569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12"/>
          </p:nvPr>
        </p:nvSpPr>
        <p:spPr>
          <a:xfrm>
            <a:off x="861060" y="2043801"/>
            <a:ext cx="2075688" cy="132588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861060" y="1477238"/>
            <a:ext cx="2075688" cy="31089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3696509" y="2043801"/>
            <a:ext cx="2075688" cy="132588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3696509" y="1477238"/>
            <a:ext cx="2075688" cy="31089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3696509" y="4444101"/>
            <a:ext cx="2075688" cy="132588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3696509" y="3877538"/>
            <a:ext cx="2075688" cy="31089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861060" y="4444101"/>
            <a:ext cx="2075688" cy="132588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861060" y="3877538"/>
            <a:ext cx="2075688" cy="31089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1000"/>
              </a:spcBef>
              <a:buNone/>
              <a:defRPr sz="14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9178279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7"/>
          <p:cNvSpPr>
            <a:spLocks noGrp="1"/>
          </p:cNvSpPr>
          <p:nvPr>
            <p:ph type="body" sz="quarter" idx="11"/>
          </p:nvPr>
        </p:nvSpPr>
        <p:spPr>
          <a:xfrm>
            <a:off x="421688" y="283634"/>
            <a:ext cx="1856232" cy="228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9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29"/>
          <p:cNvSpPr>
            <a:spLocks noGrp="1"/>
          </p:cNvSpPr>
          <p:nvPr>
            <p:ph type="title"/>
          </p:nvPr>
        </p:nvSpPr>
        <p:spPr>
          <a:xfrm>
            <a:off x="421688" y="457200"/>
            <a:ext cx="2587752" cy="484632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8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12"/>
          </p:nvPr>
        </p:nvSpPr>
        <p:spPr>
          <a:xfrm>
            <a:off x="1710383" y="2458709"/>
            <a:ext cx="224028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27"/>
          <p:cNvSpPr>
            <a:spLocks noGrp="1"/>
          </p:cNvSpPr>
          <p:nvPr>
            <p:ph type="body" sz="quarter" idx="13"/>
          </p:nvPr>
        </p:nvSpPr>
        <p:spPr>
          <a:xfrm>
            <a:off x="1710383" y="2007334"/>
            <a:ext cx="2240280" cy="310896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27"/>
          <p:cNvSpPr>
            <a:spLocks noGrp="1"/>
          </p:cNvSpPr>
          <p:nvPr>
            <p:ph type="body" sz="quarter" idx="14"/>
          </p:nvPr>
        </p:nvSpPr>
        <p:spPr>
          <a:xfrm>
            <a:off x="4986443" y="1969192"/>
            <a:ext cx="224028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27"/>
          <p:cNvSpPr>
            <a:spLocks noGrp="1"/>
          </p:cNvSpPr>
          <p:nvPr>
            <p:ph type="body" sz="quarter" idx="15"/>
          </p:nvPr>
        </p:nvSpPr>
        <p:spPr>
          <a:xfrm>
            <a:off x="4986443" y="1518496"/>
            <a:ext cx="2240280" cy="310896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27"/>
          <p:cNvSpPr>
            <a:spLocks noGrp="1"/>
          </p:cNvSpPr>
          <p:nvPr>
            <p:ph type="body" sz="quarter" idx="16"/>
          </p:nvPr>
        </p:nvSpPr>
        <p:spPr>
          <a:xfrm>
            <a:off x="8262503" y="2458709"/>
            <a:ext cx="2240280" cy="101498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0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27"/>
          <p:cNvSpPr>
            <a:spLocks noGrp="1"/>
          </p:cNvSpPr>
          <p:nvPr>
            <p:ph type="body" sz="quarter" idx="17"/>
          </p:nvPr>
        </p:nvSpPr>
        <p:spPr>
          <a:xfrm>
            <a:off x="8262503" y="2004218"/>
            <a:ext cx="2240280" cy="310896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1300553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1753F28-1415-28DD-DBB9-39609162CF5B}"/>
              </a:ext>
            </a:extLst>
          </p:cNvPr>
          <p:cNvSpPr/>
          <p:nvPr userDrawn="1"/>
        </p:nvSpPr>
        <p:spPr>
          <a:xfrm>
            <a:off x="0" y="6549276"/>
            <a:ext cx="12192000" cy="252068"/>
          </a:xfrm>
          <a:prstGeom prst="rect">
            <a:avLst/>
          </a:prstGeom>
          <a:solidFill>
            <a:srgbClr val="18355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881805" rtl="1" eaLnBrk="1" latinLnBrk="0" hangingPunct="1"/>
            <a:endParaRPr lang="en-SA" sz="187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3265683-88F4-2479-98CE-09877FB31D67}"/>
              </a:ext>
            </a:extLst>
          </p:cNvPr>
          <p:cNvSpPr/>
          <p:nvPr userDrawn="1"/>
        </p:nvSpPr>
        <p:spPr>
          <a:xfrm>
            <a:off x="0" y="6801344"/>
            <a:ext cx="12192000" cy="56656"/>
          </a:xfrm>
          <a:prstGeom prst="rect">
            <a:avLst/>
          </a:prstGeom>
          <a:solidFill>
            <a:srgbClr val="2D99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881805" rtl="1" eaLnBrk="1" latinLnBrk="0" hangingPunct="1"/>
            <a:endParaRPr lang="en-SA" sz="187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A900BB5-DC67-F9C7-86A4-231A8DC36FCD}"/>
              </a:ext>
            </a:extLst>
          </p:cNvPr>
          <p:cNvGrpSpPr/>
          <p:nvPr userDrawn="1"/>
        </p:nvGrpSpPr>
        <p:grpSpPr>
          <a:xfrm>
            <a:off x="386083" y="-152851"/>
            <a:ext cx="3505591" cy="1088270"/>
            <a:chOff x="487680" y="-207591"/>
            <a:chExt cx="5236464" cy="1625600"/>
          </a:xfrm>
        </p:grpSpPr>
        <p:sp>
          <p:nvSpPr>
            <p:cNvPr id="3" name="Round Same Side Corner Rectangle 2">
              <a:extLst>
                <a:ext uri="{FF2B5EF4-FFF2-40B4-BE49-F238E27FC236}">
                  <a16:creationId xmlns:a16="http://schemas.microsoft.com/office/drawing/2014/main" id="{4B4E7E54-E69E-6105-56C1-785DC649F48F}"/>
                </a:ext>
              </a:extLst>
            </p:cNvPr>
            <p:cNvSpPr/>
            <p:nvPr userDrawn="1"/>
          </p:nvSpPr>
          <p:spPr>
            <a:xfrm rot="10800000">
              <a:off x="2113280" y="-1"/>
              <a:ext cx="3610864" cy="855784"/>
            </a:xfrm>
            <a:prstGeom prst="round2SameRect">
              <a:avLst>
                <a:gd name="adj1" fmla="val 28560"/>
                <a:gd name="adj2" fmla="val 0"/>
              </a:avLst>
            </a:prstGeom>
            <a:solidFill>
              <a:srgbClr val="61B78A">
                <a:alpha val="24241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algn="ctr" defTabSz="881805" rtl="0" eaLnBrk="1" latinLnBrk="0" hangingPunct="1"/>
              <a:endParaRPr lang="en-SA" sz="1870"/>
            </a:p>
          </p:txBody>
        </p:sp>
        <p:sp>
          <p:nvSpPr>
            <p:cNvPr id="4" name="Round Same Side Corner Rectangle 3">
              <a:extLst>
                <a:ext uri="{FF2B5EF4-FFF2-40B4-BE49-F238E27FC236}">
                  <a16:creationId xmlns:a16="http://schemas.microsoft.com/office/drawing/2014/main" id="{526982CE-B79A-BB19-67EB-FE23C2176C6B}"/>
                </a:ext>
              </a:extLst>
            </p:cNvPr>
            <p:cNvSpPr/>
            <p:nvPr userDrawn="1"/>
          </p:nvSpPr>
          <p:spPr>
            <a:xfrm rot="10800000">
              <a:off x="487680" y="0"/>
              <a:ext cx="1625600" cy="1242646"/>
            </a:xfrm>
            <a:prstGeom prst="round2SameRect">
              <a:avLst/>
            </a:prstGeom>
            <a:solidFill>
              <a:srgbClr val="19345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algn="ctr" defTabSz="881805" rtl="1" eaLnBrk="1" latinLnBrk="0" hangingPunct="1"/>
              <a:endParaRPr lang="en-SA" sz="1870"/>
            </a:p>
          </p:txBody>
        </p:sp>
        <p:pic>
          <p:nvPicPr>
            <p:cNvPr id="5" name="Picture 4" descr="Logo&#10;&#10;Description automatically generated">
              <a:extLst>
                <a:ext uri="{FF2B5EF4-FFF2-40B4-BE49-F238E27FC236}">
                  <a16:creationId xmlns:a16="http://schemas.microsoft.com/office/drawing/2014/main" id="{BA8C4D1C-012F-30AF-6ADE-7E97991D61A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87680" y="-207591"/>
              <a:ext cx="1625600" cy="1625600"/>
            </a:xfrm>
            <a:prstGeom prst="rect">
              <a:avLst/>
            </a:prstGeom>
          </p:spPr>
        </p:pic>
        <p:pic>
          <p:nvPicPr>
            <p:cNvPr id="6" name="Picture 5" descr="A blue and red text on a black background&#10;&#10;Description automatically generated">
              <a:extLst>
                <a:ext uri="{FF2B5EF4-FFF2-40B4-BE49-F238E27FC236}">
                  <a16:creationId xmlns:a16="http://schemas.microsoft.com/office/drawing/2014/main" id="{30589127-40A6-2323-B38C-4E9D4B8550B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077960" y="48377"/>
              <a:ext cx="910514" cy="755376"/>
            </a:xfrm>
            <a:prstGeom prst="rect">
              <a:avLst/>
            </a:prstGeom>
          </p:spPr>
        </p:pic>
        <p:pic>
          <p:nvPicPr>
            <p:cNvPr id="7" name="Picture 6" descr="A blue and yellow logo&#10;&#10;Description automatically generated">
              <a:extLst>
                <a:ext uri="{FF2B5EF4-FFF2-40B4-BE49-F238E27FC236}">
                  <a16:creationId xmlns:a16="http://schemas.microsoft.com/office/drawing/2014/main" id="{E4802AD9-A100-4894-2757-F30F66F3B4C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153161" y="-21224"/>
              <a:ext cx="1288361" cy="911504"/>
            </a:xfrm>
            <a:prstGeom prst="rect">
              <a:avLst/>
            </a:prstGeom>
          </p:spPr>
        </p:pic>
        <p:pic>
          <p:nvPicPr>
            <p:cNvPr id="8" name="Picture 7" descr="A logo on a black background&#10;&#10;Description automatically generated">
              <a:extLst>
                <a:ext uri="{FF2B5EF4-FFF2-40B4-BE49-F238E27FC236}">
                  <a16:creationId xmlns:a16="http://schemas.microsoft.com/office/drawing/2014/main" id="{8A702C36-9767-54F8-026D-B62A0B32EFA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695524" y="-70698"/>
              <a:ext cx="933381" cy="933381"/>
            </a:xfrm>
            <a:prstGeom prst="rect">
              <a:avLst/>
            </a:prstGeom>
          </p:spPr>
        </p:pic>
        <p:pic>
          <p:nvPicPr>
            <p:cNvPr id="9" name="Picture 8" descr="A blue text on a black background&#10;&#10;Description automatically generated">
              <a:extLst>
                <a:ext uri="{FF2B5EF4-FFF2-40B4-BE49-F238E27FC236}">
                  <a16:creationId xmlns:a16="http://schemas.microsoft.com/office/drawing/2014/main" id="{9B82F30A-25A5-5423-B912-D389F5CC9EC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317510" y="267695"/>
              <a:ext cx="1023380" cy="337514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3D55E120-BA75-429D-3EB5-B5E74B5637BE}"/>
              </a:ext>
            </a:extLst>
          </p:cNvPr>
          <p:cNvSpPr txBox="1"/>
          <p:nvPr userDrawn="1"/>
        </p:nvSpPr>
        <p:spPr>
          <a:xfrm>
            <a:off x="78677" y="6532219"/>
            <a:ext cx="992623" cy="2902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B5172FC-6006-C947-AE4E-D96DFB8652FF}" type="slidenum">
              <a:rPr lang="en-JO" sz="1286" smtClean="0">
                <a:solidFill>
                  <a:srgbClr val="2D995F"/>
                </a:solidFill>
                <a:latin typeface="Century Gothic" panose="020B0502020202020204" pitchFamily="34" charset="0"/>
              </a:rPr>
              <a:t>‹#›</a:t>
            </a:fld>
            <a:endParaRPr lang="en-JO" sz="1414">
              <a:solidFill>
                <a:srgbClr val="2D995F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7686577"/>
      </p:ext>
    </p:extLst>
  </p:cSld>
  <p:clrMapOvr>
    <a:masterClrMapping/>
  </p:clrMapOvr>
  <p:transition spd="slow">
    <p:push dir="u"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F0DAC-D139-8A48-F6E4-1B741992B0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946FAF-EE27-99E3-430C-D00A7AF220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11" indent="0" algn="ctr">
              <a:buNone/>
              <a:defRPr sz="2000"/>
            </a:lvl2pPr>
            <a:lvl3pPr marL="914422" indent="0" algn="ctr">
              <a:buNone/>
              <a:defRPr sz="1800"/>
            </a:lvl3pPr>
            <a:lvl4pPr marL="1371633" indent="0" algn="ctr">
              <a:buNone/>
              <a:defRPr sz="1600"/>
            </a:lvl4pPr>
            <a:lvl5pPr marL="1828844" indent="0" algn="ctr">
              <a:buNone/>
              <a:defRPr sz="1600"/>
            </a:lvl5pPr>
            <a:lvl6pPr marL="2286055" indent="0" algn="ctr">
              <a:buNone/>
              <a:defRPr sz="1600"/>
            </a:lvl6pPr>
            <a:lvl7pPr marL="2743266" indent="0" algn="ctr">
              <a:buNone/>
              <a:defRPr sz="1600"/>
            </a:lvl7pPr>
            <a:lvl8pPr marL="3200476" indent="0" algn="ctr">
              <a:buNone/>
              <a:defRPr sz="1600"/>
            </a:lvl8pPr>
            <a:lvl9pPr marL="365768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ar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54A48F-0596-B76D-C97A-5529F95F9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21/04/1448</a:t>
            </a:fld>
            <a:endParaRPr lang="ar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DA77F-2A99-C659-608F-048D497D90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69C809-F84C-F63E-F29E-81F1C84BB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293020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F2B4D-788B-BA7A-3858-7BF4B9702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B339DD-6E9F-4A4D-0CB1-2819E2E569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C01730-76D7-F41C-C733-6E7BB667A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21/04/1448</a:t>
            </a:fld>
            <a:endParaRPr lang="ar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89A3BA-61FB-F488-734F-4AD1D5B21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5C722F-F9F0-339F-E061-3D80D703A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59662364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C3761-19AF-2689-F9C6-AD300A70D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4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F5CED3-E306-B1D8-36C7-1CE499E626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11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22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3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4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55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6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7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8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78926-29CC-8795-7498-1B0A47E55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21/04/1448</a:t>
            </a:fld>
            <a:endParaRPr lang="ar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A40E32-9737-679B-70D2-56B41A9C8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A7A6B-3260-FE68-86B7-6D0B497EC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11275604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F8AF4-5EAF-0034-26EB-1590107AF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E515D8-7D7A-0FB1-2394-442A7EA9B2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FFEF35-4579-0460-1070-4CEE54B7CB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A105AA-3013-CFDF-77CB-96E18918B7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21/04/1448</a:t>
            </a:fld>
            <a:endParaRPr lang="ar-S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02C588-EE29-AF37-5D1F-D8CAEF64F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C71190-7CF1-4F53-CE65-54B23618D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8523711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1C89F-5D7F-EAE9-8B48-20AFEBA58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8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CB7815-0CCF-C291-A96A-9C0CDA2497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1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2" indent="0">
              <a:buNone/>
              <a:defRPr sz="1800" b="1"/>
            </a:lvl3pPr>
            <a:lvl4pPr marL="1371633" indent="0">
              <a:buNone/>
              <a:defRPr sz="1600" b="1"/>
            </a:lvl4pPr>
            <a:lvl5pPr marL="1828844" indent="0">
              <a:buNone/>
              <a:defRPr sz="1600" b="1"/>
            </a:lvl5pPr>
            <a:lvl6pPr marL="2286055" indent="0">
              <a:buNone/>
              <a:defRPr sz="1600" b="1"/>
            </a:lvl6pPr>
            <a:lvl7pPr marL="2743266" indent="0">
              <a:buNone/>
              <a:defRPr sz="1600" b="1"/>
            </a:lvl7pPr>
            <a:lvl8pPr marL="3200476" indent="0">
              <a:buNone/>
              <a:defRPr sz="1600" b="1"/>
            </a:lvl8pPr>
            <a:lvl9pPr marL="3657687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A946DC-53A3-E01F-F72C-8B9955421D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1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24A808-8649-D8B1-F8C2-D85897F9D5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2" indent="0">
              <a:buNone/>
              <a:defRPr sz="1800" b="1"/>
            </a:lvl3pPr>
            <a:lvl4pPr marL="1371633" indent="0">
              <a:buNone/>
              <a:defRPr sz="1600" b="1"/>
            </a:lvl4pPr>
            <a:lvl5pPr marL="1828844" indent="0">
              <a:buNone/>
              <a:defRPr sz="1600" b="1"/>
            </a:lvl5pPr>
            <a:lvl6pPr marL="2286055" indent="0">
              <a:buNone/>
              <a:defRPr sz="1600" b="1"/>
            </a:lvl6pPr>
            <a:lvl7pPr marL="2743266" indent="0">
              <a:buNone/>
              <a:defRPr sz="1600" b="1"/>
            </a:lvl7pPr>
            <a:lvl8pPr marL="3200476" indent="0">
              <a:buNone/>
              <a:defRPr sz="1600" b="1"/>
            </a:lvl8pPr>
            <a:lvl9pPr marL="3657687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D352F2-3C12-3EE5-D47C-68E0CAC0A7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A8DED3-5E5C-B6F8-72F7-CF5D8AFAC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21/04/1448</a:t>
            </a:fld>
            <a:endParaRPr lang="ar-S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5CCB63-71E9-085D-320E-72092A896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45A1D-03A5-055A-0144-F600E96D4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424288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0EAE3-67E1-DCA2-B307-4A1CAA06F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1F625A-2854-E0C5-F87C-53F9C1064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21/04/1448</a:t>
            </a:fld>
            <a:endParaRPr lang="ar-S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C1E742-FA15-F867-66A6-905B485C3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5D42E7-AAB5-FB32-AE3E-6C4BE6F2A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2991795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BE7B4D-C62B-A83F-15A9-CBF335A80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21/04/1448</a:t>
            </a:fld>
            <a:endParaRPr lang="ar-S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A7A0F0-1DA5-4C17-15DE-0C34D4BCF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D60ED-B14C-BF99-4CCF-F07FADFA5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59220848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FB347-5242-B823-65F5-44A366756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1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D5573-6017-61FE-A479-7D831CB58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3714DB-6462-C754-35E9-7045997D90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1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0"/>
            </a:lvl2pPr>
            <a:lvl3pPr marL="914422" indent="0">
              <a:buNone/>
              <a:defRPr sz="1200"/>
            </a:lvl3pPr>
            <a:lvl4pPr marL="1371633" indent="0">
              <a:buNone/>
              <a:defRPr sz="1000"/>
            </a:lvl4pPr>
            <a:lvl5pPr marL="1828844" indent="0">
              <a:buNone/>
              <a:defRPr sz="1000"/>
            </a:lvl5pPr>
            <a:lvl6pPr marL="2286055" indent="0">
              <a:buNone/>
              <a:defRPr sz="1000"/>
            </a:lvl6pPr>
            <a:lvl7pPr marL="2743266" indent="0">
              <a:buNone/>
              <a:defRPr sz="1000"/>
            </a:lvl7pPr>
            <a:lvl8pPr marL="3200476" indent="0">
              <a:buNone/>
              <a:defRPr sz="1000"/>
            </a:lvl8pPr>
            <a:lvl9pPr marL="3657687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65A508-2BA4-8123-DB58-99B8636F4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21/04/1448</a:t>
            </a:fld>
            <a:endParaRPr lang="ar-S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4CA8C0-9759-5A3D-AE40-24FF2213E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D06AEC-1A0E-E747-278D-627E1ABD7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25937354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4B48B-2ACD-B165-987E-BE19CBD20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1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51FB0A-7ED0-BC76-1153-5F9BF29EA5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11" indent="0">
              <a:buNone/>
              <a:defRPr sz="2800"/>
            </a:lvl2pPr>
            <a:lvl3pPr marL="914422" indent="0">
              <a:buNone/>
              <a:defRPr sz="2400"/>
            </a:lvl3pPr>
            <a:lvl4pPr marL="1371633" indent="0">
              <a:buNone/>
              <a:defRPr sz="2000"/>
            </a:lvl4pPr>
            <a:lvl5pPr marL="1828844" indent="0">
              <a:buNone/>
              <a:defRPr sz="2000"/>
            </a:lvl5pPr>
            <a:lvl6pPr marL="2286055" indent="0">
              <a:buNone/>
              <a:defRPr sz="2000"/>
            </a:lvl6pPr>
            <a:lvl7pPr marL="2743266" indent="0">
              <a:buNone/>
              <a:defRPr sz="2000"/>
            </a:lvl7pPr>
            <a:lvl8pPr marL="3200476" indent="0">
              <a:buNone/>
              <a:defRPr sz="2000"/>
            </a:lvl8pPr>
            <a:lvl9pPr marL="3657687" indent="0">
              <a:buNone/>
              <a:defRPr sz="2000"/>
            </a:lvl9pPr>
          </a:lstStyle>
          <a:p>
            <a:endParaRPr lang="ar-S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C3A689-B8D7-8EFB-DBEF-D55E2C6877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1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0"/>
            </a:lvl2pPr>
            <a:lvl3pPr marL="914422" indent="0">
              <a:buNone/>
              <a:defRPr sz="1200"/>
            </a:lvl3pPr>
            <a:lvl4pPr marL="1371633" indent="0">
              <a:buNone/>
              <a:defRPr sz="1000"/>
            </a:lvl4pPr>
            <a:lvl5pPr marL="1828844" indent="0">
              <a:buNone/>
              <a:defRPr sz="1000"/>
            </a:lvl5pPr>
            <a:lvl6pPr marL="2286055" indent="0">
              <a:buNone/>
              <a:defRPr sz="1000"/>
            </a:lvl6pPr>
            <a:lvl7pPr marL="2743266" indent="0">
              <a:buNone/>
              <a:defRPr sz="1000"/>
            </a:lvl7pPr>
            <a:lvl8pPr marL="3200476" indent="0">
              <a:buNone/>
              <a:defRPr sz="1000"/>
            </a:lvl8pPr>
            <a:lvl9pPr marL="3657687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5B4F14-3E77-A837-F63A-8F283452F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21/04/1448</a:t>
            </a:fld>
            <a:endParaRPr lang="ar-S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98829B-AB57-E8E5-5B97-B38A463EE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62ABE0-115A-A404-C5C7-AE07AF1D0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36478185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6D0F5-51CA-CBA2-C404-AA344AEF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5D8258-320D-A123-0FBD-5566F530F2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6BF99D-90D9-A973-37CB-ECA76013B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21/04/1448</a:t>
            </a:fld>
            <a:endParaRPr lang="ar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FD06AF-6555-4885-08AA-BBD4402C2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A5FF9-A87A-BAB8-5A75-E8E8E545B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67636853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925E4F-CD8B-B2B5-2BA6-8977BC1E7E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C4EC29-F13E-4772-2049-1430B410FE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A201B6-F6D7-F754-3E33-AA08D3F76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21/04/1448</a:t>
            </a:fld>
            <a:endParaRPr lang="ar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3C78C9-6969-B6CA-02BA-E67852E86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83FB6C-FD64-41B3-408F-F0F9AB2A5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17755947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3_Title Slide">
    <p:bg>
      <p:bgPr>
        <a:solidFill>
          <a:srgbClr val="1934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6318B1A6-53F6-D6B0-5B64-97DDA5A49F7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818880" y="4334796"/>
            <a:ext cx="3454400" cy="26035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3A2C47F-5BBC-627F-09CC-144B87AAA1C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616754" y="0"/>
            <a:ext cx="5575249" cy="362242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7945FB9D-49C1-E890-72BC-17BAF3F386DC}"/>
              </a:ext>
            </a:extLst>
          </p:cNvPr>
          <p:cNvGrpSpPr/>
          <p:nvPr userDrawn="1"/>
        </p:nvGrpSpPr>
        <p:grpSpPr>
          <a:xfrm>
            <a:off x="487680" y="-194888"/>
            <a:ext cx="4681220" cy="1404537"/>
            <a:chOff x="487680" y="-207591"/>
            <a:chExt cx="5285718" cy="1625600"/>
          </a:xfrm>
        </p:grpSpPr>
        <p:sp>
          <p:nvSpPr>
            <p:cNvPr id="3" name="Round Same Side Corner Rectangle 2">
              <a:extLst>
                <a:ext uri="{FF2B5EF4-FFF2-40B4-BE49-F238E27FC236}">
                  <a16:creationId xmlns:a16="http://schemas.microsoft.com/office/drawing/2014/main" id="{C4BD6B62-78C0-627B-EC53-CC64DB7BFE98}"/>
                </a:ext>
              </a:extLst>
            </p:cNvPr>
            <p:cNvSpPr/>
            <p:nvPr userDrawn="1"/>
          </p:nvSpPr>
          <p:spPr>
            <a:xfrm rot="10800000">
              <a:off x="2113280" y="-1"/>
              <a:ext cx="3610864" cy="855784"/>
            </a:xfrm>
            <a:prstGeom prst="round2SameRect">
              <a:avLst>
                <a:gd name="adj1" fmla="val 28560"/>
                <a:gd name="adj2" fmla="val 0"/>
              </a:avLst>
            </a:prstGeom>
            <a:solidFill>
              <a:srgbClr val="61B78A">
                <a:alpha val="24241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algn="ctr" defTabSz="881826" rtl="1" eaLnBrk="1" latinLnBrk="0" hangingPunct="1"/>
              <a:endParaRPr lang="en-SA" sz="1870"/>
            </a:p>
          </p:txBody>
        </p:sp>
        <p:sp>
          <p:nvSpPr>
            <p:cNvPr id="4" name="Round Same Side Corner Rectangle 3">
              <a:extLst>
                <a:ext uri="{FF2B5EF4-FFF2-40B4-BE49-F238E27FC236}">
                  <a16:creationId xmlns:a16="http://schemas.microsoft.com/office/drawing/2014/main" id="{84538BD2-1EE6-F5C7-9F7B-D8EF0F64843D}"/>
                </a:ext>
              </a:extLst>
            </p:cNvPr>
            <p:cNvSpPr/>
            <p:nvPr userDrawn="1"/>
          </p:nvSpPr>
          <p:spPr>
            <a:xfrm rot="10800000">
              <a:off x="487680" y="0"/>
              <a:ext cx="1625600" cy="1242646"/>
            </a:xfrm>
            <a:prstGeom prst="round2SameRect">
              <a:avLst/>
            </a:prstGeom>
            <a:solidFill>
              <a:schemeClr val="bg1">
                <a:alpha val="24241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A" sz="1870"/>
            </a:p>
          </p:txBody>
        </p:sp>
        <p:pic>
          <p:nvPicPr>
            <p:cNvPr id="5" name="Picture 4" descr="Logo&#10;&#10;Description automatically generated">
              <a:extLst>
                <a:ext uri="{FF2B5EF4-FFF2-40B4-BE49-F238E27FC236}">
                  <a16:creationId xmlns:a16="http://schemas.microsoft.com/office/drawing/2014/main" id="{682D52D8-8830-08B7-8144-684559C0384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biLevel thresh="25000"/>
            </a:blip>
            <a:stretch>
              <a:fillRect/>
            </a:stretch>
          </p:blipFill>
          <p:spPr>
            <a:xfrm>
              <a:off x="487680" y="-207591"/>
              <a:ext cx="1625600" cy="16256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C73C1AD-DE3A-7961-7953-C4CB7DF8E437}"/>
                </a:ext>
              </a:extLst>
            </p:cNvPr>
            <p:cNvSpPr txBox="1"/>
            <p:nvPr userDrawn="1"/>
          </p:nvSpPr>
          <p:spPr>
            <a:xfrm>
              <a:off x="3410227" y="640079"/>
              <a:ext cx="208586" cy="4399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algn="r" defTabSz="881826" rtl="1" eaLnBrk="1" latinLnBrk="0" hangingPunct="1"/>
              <a:endParaRPr lang="en-SA" sz="1870"/>
            </a:p>
          </p:txBody>
        </p:sp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AA95DFFC-3C75-1A16-C7EE-5E8CA6017B4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337889" y="277775"/>
              <a:ext cx="1074100" cy="362373"/>
            </a:xfrm>
            <a:prstGeom prst="rect">
              <a:avLst/>
            </a:prstGeom>
          </p:spPr>
        </p:pic>
        <p:pic>
          <p:nvPicPr>
            <p:cNvPr id="9" name="Picture 8" descr="A white and black logo&#10;&#10;Description automatically generated">
              <a:extLst>
                <a:ext uri="{FF2B5EF4-FFF2-40B4-BE49-F238E27FC236}">
                  <a16:creationId xmlns:a16="http://schemas.microsoft.com/office/drawing/2014/main" id="{757BF07D-2796-7A35-1265-0EAB2D01EF0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86169" y="50134"/>
              <a:ext cx="1155710" cy="817654"/>
            </a:xfrm>
            <a:prstGeom prst="rect">
              <a:avLst/>
            </a:prstGeom>
          </p:spPr>
        </p:pic>
        <p:pic>
          <p:nvPicPr>
            <p:cNvPr id="10" name="Picture 9" descr="A black background with white text&#10;&#10;Description automatically generated">
              <a:extLst>
                <a:ext uri="{FF2B5EF4-FFF2-40B4-BE49-F238E27FC236}">
                  <a16:creationId xmlns:a16="http://schemas.microsoft.com/office/drawing/2014/main" id="{BA67AFF1-5B3A-8CD2-A190-D0C2336424B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32789" y="-92414"/>
              <a:ext cx="1040609" cy="1040609"/>
            </a:xfrm>
            <a:prstGeom prst="rect">
              <a:avLst/>
            </a:prstGeom>
          </p:spPr>
        </p:pic>
        <p:pic>
          <p:nvPicPr>
            <p:cNvPr id="11" name="Picture 10" descr="A white text on a black background&#10;&#10;Description automatically generated">
              <a:extLst>
                <a:ext uri="{FF2B5EF4-FFF2-40B4-BE49-F238E27FC236}">
                  <a16:creationId xmlns:a16="http://schemas.microsoft.com/office/drawing/2014/main" id="{E710ED70-00FC-1D89-DBF8-B390D292FA0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82838" y="42967"/>
              <a:ext cx="985584" cy="8176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46113391"/>
      </p:ext>
    </p:extLst>
  </p:cSld>
  <p:clrMapOvr>
    <a:masterClrMapping/>
  </p:clrMapOvr>
  <p:transition spd="slow">
    <p:push dir="u"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1753F28-1415-28DD-DBB9-39609162CF5B}"/>
              </a:ext>
            </a:extLst>
          </p:cNvPr>
          <p:cNvSpPr/>
          <p:nvPr userDrawn="1"/>
        </p:nvSpPr>
        <p:spPr>
          <a:xfrm>
            <a:off x="0" y="6549277"/>
            <a:ext cx="12192000" cy="252068"/>
          </a:xfrm>
          <a:prstGeom prst="rect">
            <a:avLst/>
          </a:prstGeom>
          <a:solidFill>
            <a:srgbClr val="18355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881826" rtl="1" eaLnBrk="1" latinLnBrk="0" hangingPunct="1"/>
            <a:endParaRPr lang="en-SA" sz="187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3265683-88F4-2479-98CE-09877FB31D67}"/>
              </a:ext>
            </a:extLst>
          </p:cNvPr>
          <p:cNvSpPr/>
          <p:nvPr userDrawn="1"/>
        </p:nvSpPr>
        <p:spPr>
          <a:xfrm>
            <a:off x="0" y="6801344"/>
            <a:ext cx="12192000" cy="56656"/>
          </a:xfrm>
          <a:prstGeom prst="rect">
            <a:avLst/>
          </a:prstGeom>
          <a:solidFill>
            <a:srgbClr val="2D99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881826" rtl="1" eaLnBrk="1" latinLnBrk="0" hangingPunct="1"/>
            <a:endParaRPr lang="en-SA" sz="187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A900BB5-DC67-F9C7-86A4-231A8DC36FCD}"/>
              </a:ext>
            </a:extLst>
          </p:cNvPr>
          <p:cNvGrpSpPr/>
          <p:nvPr userDrawn="1"/>
        </p:nvGrpSpPr>
        <p:grpSpPr>
          <a:xfrm>
            <a:off x="386083" y="-152849"/>
            <a:ext cx="3505591" cy="1088270"/>
            <a:chOff x="487680" y="-207591"/>
            <a:chExt cx="5236464" cy="1625600"/>
          </a:xfrm>
        </p:grpSpPr>
        <p:sp>
          <p:nvSpPr>
            <p:cNvPr id="3" name="Round Same Side Corner Rectangle 2">
              <a:extLst>
                <a:ext uri="{FF2B5EF4-FFF2-40B4-BE49-F238E27FC236}">
                  <a16:creationId xmlns:a16="http://schemas.microsoft.com/office/drawing/2014/main" id="{4B4E7E54-E69E-6105-56C1-785DC649F48F}"/>
                </a:ext>
              </a:extLst>
            </p:cNvPr>
            <p:cNvSpPr/>
            <p:nvPr userDrawn="1"/>
          </p:nvSpPr>
          <p:spPr>
            <a:xfrm rot="10800000">
              <a:off x="2113280" y="-1"/>
              <a:ext cx="3610864" cy="855784"/>
            </a:xfrm>
            <a:prstGeom prst="round2SameRect">
              <a:avLst>
                <a:gd name="adj1" fmla="val 28560"/>
                <a:gd name="adj2" fmla="val 0"/>
              </a:avLst>
            </a:prstGeom>
            <a:solidFill>
              <a:srgbClr val="61B78A">
                <a:alpha val="24241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algn="ctr" defTabSz="881826" rtl="0" eaLnBrk="1" latinLnBrk="0" hangingPunct="1"/>
              <a:endParaRPr lang="en-SA" sz="1870"/>
            </a:p>
          </p:txBody>
        </p:sp>
        <p:sp>
          <p:nvSpPr>
            <p:cNvPr id="4" name="Round Same Side Corner Rectangle 3">
              <a:extLst>
                <a:ext uri="{FF2B5EF4-FFF2-40B4-BE49-F238E27FC236}">
                  <a16:creationId xmlns:a16="http://schemas.microsoft.com/office/drawing/2014/main" id="{526982CE-B79A-BB19-67EB-FE23C2176C6B}"/>
                </a:ext>
              </a:extLst>
            </p:cNvPr>
            <p:cNvSpPr/>
            <p:nvPr userDrawn="1"/>
          </p:nvSpPr>
          <p:spPr>
            <a:xfrm rot="10800000">
              <a:off x="487680" y="0"/>
              <a:ext cx="1625600" cy="1242646"/>
            </a:xfrm>
            <a:prstGeom prst="round2SameRect">
              <a:avLst/>
            </a:prstGeom>
            <a:solidFill>
              <a:srgbClr val="19345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algn="ctr" defTabSz="881826" rtl="1" eaLnBrk="1" latinLnBrk="0" hangingPunct="1"/>
              <a:endParaRPr lang="en-SA" sz="1870"/>
            </a:p>
          </p:txBody>
        </p:sp>
        <p:pic>
          <p:nvPicPr>
            <p:cNvPr id="5" name="Picture 4" descr="Logo&#10;&#10;Description automatically generated">
              <a:extLst>
                <a:ext uri="{FF2B5EF4-FFF2-40B4-BE49-F238E27FC236}">
                  <a16:creationId xmlns:a16="http://schemas.microsoft.com/office/drawing/2014/main" id="{BA8C4D1C-012F-30AF-6ADE-7E97991D61A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87680" y="-207591"/>
              <a:ext cx="1625600" cy="1625600"/>
            </a:xfrm>
            <a:prstGeom prst="rect">
              <a:avLst/>
            </a:prstGeom>
          </p:spPr>
        </p:pic>
        <p:pic>
          <p:nvPicPr>
            <p:cNvPr id="6" name="Picture 5" descr="A blue and red text on a black background&#10;&#10;Description automatically generated">
              <a:extLst>
                <a:ext uri="{FF2B5EF4-FFF2-40B4-BE49-F238E27FC236}">
                  <a16:creationId xmlns:a16="http://schemas.microsoft.com/office/drawing/2014/main" id="{30589127-40A6-2323-B38C-4E9D4B8550B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077960" y="48377"/>
              <a:ext cx="910514" cy="755376"/>
            </a:xfrm>
            <a:prstGeom prst="rect">
              <a:avLst/>
            </a:prstGeom>
          </p:spPr>
        </p:pic>
        <p:pic>
          <p:nvPicPr>
            <p:cNvPr id="7" name="Picture 6" descr="A blue and yellow logo&#10;&#10;Description automatically generated">
              <a:extLst>
                <a:ext uri="{FF2B5EF4-FFF2-40B4-BE49-F238E27FC236}">
                  <a16:creationId xmlns:a16="http://schemas.microsoft.com/office/drawing/2014/main" id="{E4802AD9-A100-4894-2757-F30F66F3B4C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153161" y="-21224"/>
              <a:ext cx="1288361" cy="911504"/>
            </a:xfrm>
            <a:prstGeom prst="rect">
              <a:avLst/>
            </a:prstGeom>
          </p:spPr>
        </p:pic>
        <p:pic>
          <p:nvPicPr>
            <p:cNvPr id="8" name="Picture 7" descr="A logo on a black background&#10;&#10;Description automatically generated">
              <a:extLst>
                <a:ext uri="{FF2B5EF4-FFF2-40B4-BE49-F238E27FC236}">
                  <a16:creationId xmlns:a16="http://schemas.microsoft.com/office/drawing/2014/main" id="{8A702C36-9767-54F8-026D-B62A0B32EFA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695524" y="-70698"/>
              <a:ext cx="933381" cy="933381"/>
            </a:xfrm>
            <a:prstGeom prst="rect">
              <a:avLst/>
            </a:prstGeom>
          </p:spPr>
        </p:pic>
        <p:pic>
          <p:nvPicPr>
            <p:cNvPr id="9" name="Picture 8" descr="A blue text on a black background&#10;&#10;Description automatically generated">
              <a:extLst>
                <a:ext uri="{FF2B5EF4-FFF2-40B4-BE49-F238E27FC236}">
                  <a16:creationId xmlns:a16="http://schemas.microsoft.com/office/drawing/2014/main" id="{9B82F30A-25A5-5423-B912-D389F5CC9EC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317510" y="267695"/>
              <a:ext cx="1023380" cy="337514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3D55E120-BA75-429D-3EB5-B5E74B5637BE}"/>
              </a:ext>
            </a:extLst>
          </p:cNvPr>
          <p:cNvSpPr txBox="1"/>
          <p:nvPr userDrawn="1"/>
        </p:nvSpPr>
        <p:spPr>
          <a:xfrm>
            <a:off x="78679" y="6532219"/>
            <a:ext cx="992623" cy="2902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B5172FC-6006-C947-AE4E-D96DFB8652FF}" type="slidenum">
              <a:rPr lang="en-JO" sz="1286" smtClean="0">
                <a:solidFill>
                  <a:srgbClr val="2D995F"/>
                </a:solidFill>
                <a:latin typeface="Century Gothic" panose="020B0502020202020204" pitchFamily="34" charset="0"/>
              </a:rPr>
              <a:t>‹#›</a:t>
            </a:fld>
            <a:endParaRPr lang="en-JO" sz="1414">
              <a:solidFill>
                <a:srgbClr val="2D995F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3476018"/>
      </p:ext>
    </p:extLst>
  </p:cSld>
  <p:clrMapOvr>
    <a:masterClrMapping/>
  </p:clrMapOvr>
  <p:transition spd="slow">
    <p:push dir="u"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bg>
      <p:bgPr>
        <a:solidFill>
          <a:srgbClr val="1934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0ED2CFEB-FE63-BB9E-D435-234DCFE0A106}"/>
              </a:ext>
            </a:extLst>
          </p:cNvPr>
          <p:cNvSpPr/>
          <p:nvPr userDrawn="1"/>
        </p:nvSpPr>
        <p:spPr>
          <a:xfrm>
            <a:off x="0" y="6701742"/>
            <a:ext cx="12192000" cy="166768"/>
          </a:xfrm>
          <a:prstGeom prst="rect">
            <a:avLst/>
          </a:prstGeom>
          <a:solidFill>
            <a:srgbClr val="85A49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881826" rtl="1" eaLnBrk="1" latinLnBrk="0" hangingPunct="1"/>
            <a:endParaRPr lang="en-SA" sz="1870"/>
          </a:p>
        </p:txBody>
      </p:sp>
      <p:pic>
        <p:nvPicPr>
          <p:cNvPr id="3" name="Picture 2" descr="A blue background with white text&#10;&#10;Description automatically generated">
            <a:extLst>
              <a:ext uri="{FF2B5EF4-FFF2-40B4-BE49-F238E27FC236}">
                <a16:creationId xmlns:a16="http://schemas.microsoft.com/office/drawing/2014/main" id="{854059F3-FDEE-CF8B-8542-BC09E909595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667761" y="1364144"/>
            <a:ext cx="4856480" cy="4129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457656"/>
      </p:ext>
    </p:extLst>
  </p:cSld>
  <p:clrMapOvr>
    <a:masterClrMapping/>
  </p:clrMapOvr>
  <p:transition spd="slow">
    <p:push dir="u"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63481"/>
            <a:ext cx="10515600" cy="73905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577227B-CD05-4B79-87EE-F40D427193C3}"/>
              </a:ext>
            </a:extLst>
          </p:cNvPr>
          <p:cNvGrpSpPr/>
          <p:nvPr userDrawn="1"/>
        </p:nvGrpSpPr>
        <p:grpSpPr>
          <a:xfrm>
            <a:off x="12558030" y="1"/>
            <a:ext cx="1644047" cy="1816099"/>
            <a:chOff x="9433981" y="1"/>
            <a:chExt cx="1644047" cy="1816099"/>
          </a:xfrm>
        </p:grpSpPr>
        <p:sp>
          <p:nvSpPr>
            <p:cNvPr id="10" name="Rectangle: Folded Corner 9">
              <a:extLst>
                <a:ext uri="{FF2B5EF4-FFF2-40B4-BE49-F238E27FC236}">
                  <a16:creationId xmlns:a16="http://schemas.microsoft.com/office/drawing/2014/main" id="{FDA3B633-4986-42A7-B0DA-830DC128DDA2}"/>
                </a:ext>
              </a:extLst>
            </p:cNvPr>
            <p:cNvSpPr/>
            <p:nvPr userDrawn="1"/>
          </p:nvSpPr>
          <p:spPr>
            <a:xfrm>
              <a:off x="9433981" y="1"/>
              <a:ext cx="1644047" cy="1816099"/>
            </a:xfrm>
            <a:prstGeom prst="foldedCorner">
              <a:avLst/>
            </a:prstGeom>
            <a:solidFill>
              <a:srgbClr val="FFCC4C"/>
            </a:solidFill>
            <a:ln w="12700" cap="flat" cmpd="sng" algn="ctr">
              <a:noFill/>
              <a:prstDash val="solid"/>
              <a:miter lim="800000"/>
            </a:ln>
            <a:effectLst>
              <a:outerShdw blurRad="101600" dist="63500" dir="2700000" algn="tl" rotWithShape="0">
                <a:prstClr val="black">
                  <a:alpha val="40000"/>
                </a:prstClr>
              </a:outerShdw>
            </a:effectLst>
          </p:spPr>
          <p:txBody>
            <a:bodyPr rIns="0" rtlCol="0" anchor="t"/>
            <a:lstStyle/>
            <a:p>
              <a:pPr marL="0" marR="0" lvl="0" indent="0" defTabSz="9144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7931F">
                      <a:lumMod val="50000"/>
                    </a:srgbClr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To insert your own icons*:</a:t>
              </a:r>
            </a:p>
            <a:p>
              <a:pPr marL="0" marR="0" lvl="0" indent="0" defTabSz="9144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F7931F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  <a:p>
              <a:pPr marL="0" marR="0" lvl="0" indent="0" defTabSz="9144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0" cap="none" spc="0" normalizeH="0" baseline="0" noProof="0">
                  <a:ln>
                    <a:noFill/>
                  </a:ln>
                  <a:solidFill>
                    <a:srgbClr val="F7931F">
                      <a:lumMod val="50000"/>
                    </a:srgbClr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Insert</a:t>
              </a:r>
              <a:r>
                <a:rPr kumimoji="0" lang="en-US" sz="1400" b="0" i="0" u="none" strike="noStrike" kern="0" cap="none" spc="0" normalizeH="0" baseline="0" noProof="0">
                  <a:ln>
                    <a:noFill/>
                  </a:ln>
                  <a:solidFill>
                    <a:srgbClr val="F7931F">
                      <a:lumMod val="50000"/>
                    </a:srgbClr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 &gt;&gt; </a:t>
              </a:r>
              <a:r>
                <a:rPr kumimoji="0" lang="en-US" sz="1400" b="1" i="0" u="none" strike="noStrike" kern="0" cap="none" spc="0" normalizeH="0" baseline="0" noProof="0">
                  <a:ln>
                    <a:noFill/>
                  </a:ln>
                  <a:solidFill>
                    <a:srgbClr val="F7931F">
                      <a:lumMod val="50000"/>
                    </a:srgbClr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Icons</a:t>
              </a:r>
            </a:p>
            <a:p>
              <a:pPr marL="0" marR="0" lvl="0" indent="0" defTabSz="9144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F7931F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  <a:p>
              <a:pPr marL="0" marR="0" lvl="0" indent="0" defTabSz="9144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1" u="none" strike="noStrike" kern="0" cap="none" spc="0" normalizeH="0" baseline="0" noProof="0">
                  <a:ln>
                    <a:noFill/>
                  </a:ln>
                  <a:solidFill>
                    <a:srgbClr val="F7931F">
                      <a:lumMod val="50000"/>
                    </a:srgbClr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(*Only available to Microsoft 365 subscribers)</a:t>
              </a: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C022D1C-6505-4125-B6A0-DAED7C7B4252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/>
            <a:srcRect t="1" b="5479"/>
            <a:stretch/>
          </p:blipFill>
          <p:spPr>
            <a:xfrm>
              <a:off x="10677978" y="424090"/>
              <a:ext cx="400050" cy="6572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15368957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F0DAC-D139-8A48-F6E4-1B741992B0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946FAF-EE27-99E3-430C-D00A7AF220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ar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54A48F-0596-B76D-C97A-5529F95F9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21/04/1448</a:t>
            </a:fld>
            <a:endParaRPr lang="ar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DA77F-2A99-C659-608F-048D497D90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69C809-F84C-F63E-F29E-81F1C84BB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54812727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F2B4D-788B-BA7A-3858-7BF4B9702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B339DD-6E9F-4A4D-0CB1-2819E2E569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C01730-76D7-F41C-C733-6E7BB667A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21/04/1448</a:t>
            </a:fld>
            <a:endParaRPr lang="ar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89A3BA-61FB-F488-734F-4AD1D5B21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5C722F-F9F0-339F-E061-3D80D703A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49869302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C3761-19AF-2689-F9C6-AD300A70D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F5CED3-E306-B1D8-36C7-1CE499E626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78926-29CC-8795-7498-1B0A47E55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21/04/1448</a:t>
            </a:fld>
            <a:endParaRPr lang="ar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A40E32-9737-679B-70D2-56B41A9C8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A7A6B-3260-FE68-86B7-6D0B497EC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33603386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F8AF4-5EAF-0034-26EB-1590107AF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E515D8-7D7A-0FB1-2394-442A7EA9B2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FFEF35-4579-0460-1070-4CEE54B7CB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A105AA-3013-CFDF-77CB-96E18918B7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21/04/1448</a:t>
            </a:fld>
            <a:endParaRPr lang="ar-S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02C588-EE29-AF37-5D1F-D8CAEF64F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C71190-7CF1-4F53-CE65-54B23618D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383753939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1C89F-5D7F-EAE9-8B48-20AFEBA58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CB7815-0CCF-C291-A96A-9C0CDA2497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A946DC-53A3-E01F-F72C-8B9955421D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24A808-8649-D8B1-F8C2-D85897F9D5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D352F2-3C12-3EE5-D47C-68E0CAC0A7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A8DED3-5E5C-B6F8-72F7-CF5D8AFAC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21/04/1448</a:t>
            </a:fld>
            <a:endParaRPr lang="ar-S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5CCB63-71E9-085D-320E-72092A896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45A1D-03A5-055A-0144-F600E96D4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97265627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0EAE3-67E1-DCA2-B307-4A1CAA06F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1F625A-2854-E0C5-F87C-53F9C1064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21/04/1448</a:t>
            </a:fld>
            <a:endParaRPr lang="ar-S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C1E742-FA15-F867-66A6-905B485C3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5D42E7-AAB5-FB32-AE3E-6C4BE6F2A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07141661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BE7B4D-C62B-A83F-15A9-CBF335A80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21/04/1448</a:t>
            </a:fld>
            <a:endParaRPr lang="ar-S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A7A0F0-1DA5-4C17-15DE-0C34D4BCF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D60ED-B14C-BF99-4CCF-F07FADFA5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0484355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FB347-5242-B823-65F5-44A366756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D5573-6017-61FE-A479-7D831CB58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3714DB-6462-C754-35E9-7045997D90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65A508-2BA4-8123-DB58-99B8636F4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21/04/1448</a:t>
            </a:fld>
            <a:endParaRPr lang="ar-S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4CA8C0-9759-5A3D-AE40-24FF2213E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D06AEC-1A0E-E747-278D-627E1ABD7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77723147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4B48B-2ACD-B165-987E-BE19CBD20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51FB0A-7ED0-BC76-1153-5F9BF29EA5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ar-S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C3A689-B8D7-8EFB-DBEF-D55E2C6877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5B4F14-3E77-A837-F63A-8F283452F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21/04/1448</a:t>
            </a:fld>
            <a:endParaRPr lang="ar-S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98829B-AB57-E8E5-5B97-B38A463EE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62ABE0-115A-A404-C5C7-AE07AF1D0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478487913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6D0F5-51CA-CBA2-C404-AA344AEF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5D8258-320D-A123-0FBD-5566F530F2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6BF99D-90D9-A973-37CB-ECA76013B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21/04/1448</a:t>
            </a:fld>
            <a:endParaRPr lang="ar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FD06AF-6555-4885-08AA-BBD4402C2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A5FF9-A87A-BAB8-5A75-E8E8E545B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50791328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925E4F-CD8B-B2B5-2BA6-8977BC1E7E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C4EC29-F13E-4772-2049-1430B410FE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A201B6-F6D7-F754-3E33-AA08D3F76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70528-7C14-4472-B947-FD685B37B5E3}" type="datetimeFigureOut">
              <a:rPr lang="ar-SA" smtClean="0"/>
              <a:t>21/04/1448</a:t>
            </a:fld>
            <a:endParaRPr lang="ar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3C78C9-6969-B6CA-02BA-E67852E86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83FB6C-FD64-41B3-408F-F0F9AB2A5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70632921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3_Title Slide">
    <p:bg>
      <p:bgPr>
        <a:solidFill>
          <a:srgbClr val="1934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6318B1A6-53F6-D6B0-5B64-97DDA5A49F7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818880" y="4334796"/>
            <a:ext cx="3454400" cy="26035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3A2C47F-5BBC-627F-09CC-144B87AAA1C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616752" y="0"/>
            <a:ext cx="5575249" cy="362242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7945FB9D-49C1-E890-72BC-17BAF3F386DC}"/>
              </a:ext>
            </a:extLst>
          </p:cNvPr>
          <p:cNvGrpSpPr/>
          <p:nvPr userDrawn="1"/>
        </p:nvGrpSpPr>
        <p:grpSpPr>
          <a:xfrm>
            <a:off x="487680" y="-194891"/>
            <a:ext cx="4681220" cy="1404537"/>
            <a:chOff x="487680" y="-207591"/>
            <a:chExt cx="5285718" cy="1625600"/>
          </a:xfrm>
        </p:grpSpPr>
        <p:sp>
          <p:nvSpPr>
            <p:cNvPr id="3" name="Round Same Side Corner Rectangle 2">
              <a:extLst>
                <a:ext uri="{FF2B5EF4-FFF2-40B4-BE49-F238E27FC236}">
                  <a16:creationId xmlns:a16="http://schemas.microsoft.com/office/drawing/2014/main" id="{C4BD6B62-78C0-627B-EC53-CC64DB7BFE98}"/>
                </a:ext>
              </a:extLst>
            </p:cNvPr>
            <p:cNvSpPr/>
            <p:nvPr userDrawn="1"/>
          </p:nvSpPr>
          <p:spPr>
            <a:xfrm rot="10800000">
              <a:off x="2113280" y="-1"/>
              <a:ext cx="3610864" cy="855784"/>
            </a:xfrm>
            <a:prstGeom prst="round2SameRect">
              <a:avLst>
                <a:gd name="adj1" fmla="val 28560"/>
                <a:gd name="adj2" fmla="val 0"/>
              </a:avLst>
            </a:prstGeom>
            <a:solidFill>
              <a:srgbClr val="61B78A">
                <a:alpha val="24241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algn="ctr" defTabSz="881805" rtl="1" eaLnBrk="1" latinLnBrk="0" hangingPunct="1"/>
              <a:endParaRPr lang="en-SA" sz="1870"/>
            </a:p>
          </p:txBody>
        </p:sp>
        <p:sp>
          <p:nvSpPr>
            <p:cNvPr id="4" name="Round Same Side Corner Rectangle 3">
              <a:extLst>
                <a:ext uri="{FF2B5EF4-FFF2-40B4-BE49-F238E27FC236}">
                  <a16:creationId xmlns:a16="http://schemas.microsoft.com/office/drawing/2014/main" id="{84538BD2-1EE6-F5C7-9F7B-D8EF0F64843D}"/>
                </a:ext>
              </a:extLst>
            </p:cNvPr>
            <p:cNvSpPr/>
            <p:nvPr userDrawn="1"/>
          </p:nvSpPr>
          <p:spPr>
            <a:xfrm rot="10800000">
              <a:off x="487680" y="0"/>
              <a:ext cx="1625600" cy="1242646"/>
            </a:xfrm>
            <a:prstGeom prst="round2SameRect">
              <a:avLst/>
            </a:prstGeom>
            <a:solidFill>
              <a:schemeClr val="bg1">
                <a:alpha val="24241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A" sz="1870"/>
            </a:p>
          </p:txBody>
        </p:sp>
        <p:pic>
          <p:nvPicPr>
            <p:cNvPr id="5" name="Picture 4" descr="Logo&#10;&#10;Description automatically generated">
              <a:extLst>
                <a:ext uri="{FF2B5EF4-FFF2-40B4-BE49-F238E27FC236}">
                  <a16:creationId xmlns:a16="http://schemas.microsoft.com/office/drawing/2014/main" id="{682D52D8-8830-08B7-8144-684559C0384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biLevel thresh="25000"/>
            </a:blip>
            <a:stretch>
              <a:fillRect/>
            </a:stretch>
          </p:blipFill>
          <p:spPr>
            <a:xfrm>
              <a:off x="487680" y="-207591"/>
              <a:ext cx="1625600" cy="16256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C73C1AD-DE3A-7961-7953-C4CB7DF8E437}"/>
                </a:ext>
              </a:extLst>
            </p:cNvPr>
            <p:cNvSpPr txBox="1"/>
            <p:nvPr userDrawn="1"/>
          </p:nvSpPr>
          <p:spPr>
            <a:xfrm>
              <a:off x="3410226" y="640079"/>
              <a:ext cx="208586" cy="4399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algn="r" defTabSz="881805" rtl="1" eaLnBrk="1" latinLnBrk="0" hangingPunct="1"/>
              <a:endParaRPr lang="en-SA" sz="1870"/>
            </a:p>
          </p:txBody>
        </p:sp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AA95DFFC-3C75-1A16-C7EE-5E8CA6017B4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337889" y="277775"/>
              <a:ext cx="1074100" cy="362373"/>
            </a:xfrm>
            <a:prstGeom prst="rect">
              <a:avLst/>
            </a:prstGeom>
          </p:spPr>
        </p:pic>
        <p:pic>
          <p:nvPicPr>
            <p:cNvPr id="9" name="Picture 8" descr="A white and black logo&#10;&#10;Description automatically generated">
              <a:extLst>
                <a:ext uri="{FF2B5EF4-FFF2-40B4-BE49-F238E27FC236}">
                  <a16:creationId xmlns:a16="http://schemas.microsoft.com/office/drawing/2014/main" id="{757BF07D-2796-7A35-1265-0EAB2D01EF0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86169" y="50134"/>
              <a:ext cx="1155710" cy="817654"/>
            </a:xfrm>
            <a:prstGeom prst="rect">
              <a:avLst/>
            </a:prstGeom>
          </p:spPr>
        </p:pic>
        <p:pic>
          <p:nvPicPr>
            <p:cNvPr id="10" name="Picture 9" descr="A black background with white text&#10;&#10;Description automatically generated">
              <a:extLst>
                <a:ext uri="{FF2B5EF4-FFF2-40B4-BE49-F238E27FC236}">
                  <a16:creationId xmlns:a16="http://schemas.microsoft.com/office/drawing/2014/main" id="{BA67AFF1-5B3A-8CD2-A190-D0C2336424B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32789" y="-92414"/>
              <a:ext cx="1040609" cy="1040609"/>
            </a:xfrm>
            <a:prstGeom prst="rect">
              <a:avLst/>
            </a:prstGeom>
          </p:spPr>
        </p:pic>
        <p:pic>
          <p:nvPicPr>
            <p:cNvPr id="11" name="Picture 10" descr="A white text on a black background&#10;&#10;Description automatically generated">
              <a:extLst>
                <a:ext uri="{FF2B5EF4-FFF2-40B4-BE49-F238E27FC236}">
                  <a16:creationId xmlns:a16="http://schemas.microsoft.com/office/drawing/2014/main" id="{E710ED70-00FC-1D89-DBF8-B390D292FA0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82838" y="42967"/>
              <a:ext cx="985584" cy="8176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99660440"/>
      </p:ext>
    </p:extLst>
  </p:cSld>
  <p:clrMapOvr>
    <a:masterClrMapping/>
  </p:clrMapOvr>
  <p:transition spd="slow">
    <p:push dir="u"/>
  </p:transition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bg>
      <p:bgPr>
        <a:solidFill>
          <a:srgbClr val="1934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0ED2CFEB-FE63-BB9E-D435-234DCFE0A106}"/>
              </a:ext>
            </a:extLst>
          </p:cNvPr>
          <p:cNvSpPr/>
          <p:nvPr userDrawn="1"/>
        </p:nvSpPr>
        <p:spPr>
          <a:xfrm>
            <a:off x="0" y="6701742"/>
            <a:ext cx="12192000" cy="166768"/>
          </a:xfrm>
          <a:prstGeom prst="rect">
            <a:avLst/>
          </a:prstGeom>
          <a:solidFill>
            <a:srgbClr val="85A49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881805" rtl="1" eaLnBrk="1" latinLnBrk="0" hangingPunct="1"/>
            <a:endParaRPr lang="en-SA" sz="1870"/>
          </a:p>
        </p:txBody>
      </p:sp>
      <p:pic>
        <p:nvPicPr>
          <p:cNvPr id="3" name="Picture 2" descr="A blue background with white text&#10;&#10;Description automatically generated">
            <a:extLst>
              <a:ext uri="{FF2B5EF4-FFF2-40B4-BE49-F238E27FC236}">
                <a16:creationId xmlns:a16="http://schemas.microsoft.com/office/drawing/2014/main" id="{854059F3-FDEE-CF8B-8542-BC09E909595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667761" y="1364141"/>
            <a:ext cx="4856480" cy="4129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1688701"/>
      </p:ext>
    </p:extLst>
  </p:cSld>
  <p:clrMapOvr>
    <a:masterClrMapping/>
  </p:clrMapOvr>
  <p:transition spd="slow">
    <p:push dir="u"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slideLayout" Target="../slideLayouts/slideLayout34.xml"/><Relationship Id="rId3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7.xml"/><Relationship Id="rId6" Type="http://schemas.openxmlformats.org/officeDocument/2006/relationships/slideLayout" Target="../slideLayouts/slideLayout38.xml"/><Relationship Id="rId7" Type="http://schemas.openxmlformats.org/officeDocument/2006/relationships/slideLayout" Target="../slideLayouts/slideLayout39.xml"/><Relationship Id="rId8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1.xml"/><Relationship Id="rId10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4.xml"/><Relationship Id="rId13" Type="http://schemas.openxmlformats.org/officeDocument/2006/relationships/slideLayout" Target="../slideLayouts/slideLayout45.xml"/><Relationship Id="rId14" Type="http://schemas.openxmlformats.org/officeDocument/2006/relationships/slideLayout" Target="../slideLayouts/slideLayout46.xml"/><Relationship Id="rId15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theme" Target="../theme/theme3.xml"/><Relationship Id="rId3" Type="http://schemas.openxmlformats.org/officeDocument/2006/relationships/image" Target="../media/image14.png"/><Relationship Id="rId4" Type="http://schemas.openxmlformats.org/officeDocument/2006/relationships/hyperlink" Target="http://www.presentationgo.com/" TargetMode="Externa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<Relationship Id="rId1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itle Placeholder 1">
            <a:extLst>
              <a:ext uri="{FF2B5EF4-FFF2-40B4-BE49-F238E27FC236}">
                <a16:creationId xmlns:a16="http://schemas.microsoft.com/office/drawing/2014/main" id="{E5D409C1-4498-6D6E-A946-D6211B827A3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8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SA"/>
              <a:t>Click to edit Master title style</a:t>
            </a:r>
          </a:p>
        </p:txBody>
      </p:sp>
      <p:sp>
        <p:nvSpPr>
          <p:cNvPr id="3075" name="Text Placeholder 2">
            <a:extLst>
              <a:ext uri="{FF2B5EF4-FFF2-40B4-BE49-F238E27FC236}">
                <a16:creationId xmlns:a16="http://schemas.microsoft.com/office/drawing/2014/main" id="{3B484F4B-1C85-762B-BE41-F96A1205885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SA"/>
              <a:t>Click to edit Master text styles</a:t>
            </a:r>
          </a:p>
          <a:p>
            <a:pPr lvl="1"/>
            <a:r>
              <a:rPr lang="en-US" altLang="en-SA"/>
              <a:t>Second level</a:t>
            </a:r>
          </a:p>
          <a:p>
            <a:pPr lvl="2"/>
            <a:r>
              <a:rPr lang="en-US" altLang="en-SA"/>
              <a:t>Third level</a:t>
            </a:r>
          </a:p>
          <a:p>
            <a:pPr lvl="3"/>
            <a:r>
              <a:rPr lang="en-US" altLang="en-SA"/>
              <a:t>Fourth level</a:t>
            </a:r>
          </a:p>
          <a:p>
            <a:pPr lvl="4"/>
            <a:r>
              <a:rPr lang="en-US" altLang="en-SA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AB32C9-2A6E-048A-3CD4-F90CB33D28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7B7054-D7B0-16F6-2B68-64D0DD696F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A49B0E-32A2-2255-30D2-2FE8C1A55C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A404172E-4CE9-A249-B7F0-C0DC78A355B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421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  <p:sldLayoutId id="2147483701" r:id="rId12"/>
    <p:sldLayoutId id="2147483702" r:id="rId13"/>
    <p:sldLayoutId id="2147483703" r:id="rId14"/>
    <p:sldLayoutId id="2147483704" r:id="rId15"/>
    <p:sldLayoutId id="2147483705" r:id="rId16"/>
    <p:sldLayoutId id="2147483706" r:id="rId17"/>
    <p:sldLayoutId id="2147483707" r:id="rId18"/>
    <p:sldLayoutId id="2147483708" r:id="rId19"/>
    <p:sldLayoutId id="2147483709" r:id="rId20"/>
    <p:sldLayoutId id="2147483710" r:id="rId21"/>
    <p:sldLayoutId id="2147483711" r:id="rId22"/>
    <p:sldLayoutId id="2147483712" r:id="rId23"/>
    <p:sldLayoutId id="2147483713" r:id="rId24"/>
    <p:sldLayoutId id="2147483714" r:id="rId25"/>
    <p:sldLayoutId id="2147483715" r:id="rId26"/>
    <p:sldLayoutId id="2147483716" r:id="rId27"/>
    <p:sldLayoutId id="2147483717" r:id="rId28"/>
    <p:sldLayoutId id="2147483718" r:id="rId29"/>
    <p:sldLayoutId id="2147483719" r:id="rId30"/>
    <p:sldLayoutId id="2147483720" r:id="rId31"/>
    <p:sldLayoutId id="2147483754" r:id="rId32"/>
  </p:sldLayoutIdLst>
  <p:hf sldNum="0" hdr="0" ftr="0" dt="0"/>
  <p:txStyles>
    <p:titleStyle>
      <a:lvl1pPr algn="l" rtl="0" fontAlgn="base">
        <a:lnSpc>
          <a:spcPct val="90000"/>
        </a:lnSpc>
        <a:spcBef>
          <a:spcPct val="0"/>
        </a:spcBef>
        <a:spcAft>
          <a:spcPct val="0"/>
        </a:spcAft>
        <a:defRPr sz="4401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lnSpc>
          <a:spcPct val="90000"/>
        </a:lnSpc>
        <a:spcBef>
          <a:spcPct val="0"/>
        </a:spcBef>
        <a:spcAft>
          <a:spcPct val="0"/>
        </a:spcAft>
        <a:defRPr sz="4401">
          <a:solidFill>
            <a:schemeClr val="tx1"/>
          </a:solidFill>
          <a:latin typeface="Calibri Light" panose="020F0302020204030204" pitchFamily="34" charset="0"/>
        </a:defRPr>
      </a:lvl2pPr>
      <a:lvl3pPr algn="l" rtl="0" fontAlgn="base">
        <a:lnSpc>
          <a:spcPct val="90000"/>
        </a:lnSpc>
        <a:spcBef>
          <a:spcPct val="0"/>
        </a:spcBef>
        <a:spcAft>
          <a:spcPct val="0"/>
        </a:spcAft>
        <a:defRPr sz="4401">
          <a:solidFill>
            <a:schemeClr val="tx1"/>
          </a:solidFill>
          <a:latin typeface="Calibri Light" panose="020F0302020204030204" pitchFamily="34" charset="0"/>
        </a:defRPr>
      </a:lvl3pPr>
      <a:lvl4pPr algn="l" rtl="0" fontAlgn="base">
        <a:lnSpc>
          <a:spcPct val="90000"/>
        </a:lnSpc>
        <a:spcBef>
          <a:spcPct val="0"/>
        </a:spcBef>
        <a:spcAft>
          <a:spcPct val="0"/>
        </a:spcAft>
        <a:defRPr sz="4401">
          <a:solidFill>
            <a:schemeClr val="tx1"/>
          </a:solidFill>
          <a:latin typeface="Calibri Light" panose="020F0302020204030204" pitchFamily="34" charset="0"/>
        </a:defRPr>
      </a:lvl4pPr>
      <a:lvl5pPr algn="l" rtl="0" fontAlgn="base">
        <a:lnSpc>
          <a:spcPct val="90000"/>
        </a:lnSpc>
        <a:spcBef>
          <a:spcPct val="0"/>
        </a:spcBef>
        <a:spcAft>
          <a:spcPct val="0"/>
        </a:spcAft>
        <a:defRPr sz="4401">
          <a:solidFill>
            <a:schemeClr val="tx1"/>
          </a:solidFill>
          <a:latin typeface="Calibri Light" panose="020F0302020204030204" pitchFamily="34" charset="0"/>
        </a:defRPr>
      </a:lvl5pPr>
      <a:lvl6pPr marL="457211" algn="l" rtl="0" fontAlgn="base">
        <a:lnSpc>
          <a:spcPct val="90000"/>
        </a:lnSpc>
        <a:spcBef>
          <a:spcPct val="0"/>
        </a:spcBef>
        <a:spcAft>
          <a:spcPct val="0"/>
        </a:spcAft>
        <a:defRPr sz="4401">
          <a:solidFill>
            <a:schemeClr val="tx1"/>
          </a:solidFill>
          <a:latin typeface="Calibri Light" panose="020F0302020204030204" pitchFamily="34" charset="0"/>
        </a:defRPr>
      </a:lvl6pPr>
      <a:lvl7pPr marL="914422" algn="l" rtl="0" fontAlgn="base">
        <a:lnSpc>
          <a:spcPct val="90000"/>
        </a:lnSpc>
        <a:spcBef>
          <a:spcPct val="0"/>
        </a:spcBef>
        <a:spcAft>
          <a:spcPct val="0"/>
        </a:spcAft>
        <a:defRPr sz="4401">
          <a:solidFill>
            <a:schemeClr val="tx1"/>
          </a:solidFill>
          <a:latin typeface="Calibri Light" panose="020F0302020204030204" pitchFamily="34" charset="0"/>
        </a:defRPr>
      </a:lvl7pPr>
      <a:lvl8pPr marL="1371633" algn="l" rtl="0" fontAlgn="base">
        <a:lnSpc>
          <a:spcPct val="90000"/>
        </a:lnSpc>
        <a:spcBef>
          <a:spcPct val="0"/>
        </a:spcBef>
        <a:spcAft>
          <a:spcPct val="0"/>
        </a:spcAft>
        <a:defRPr sz="4401">
          <a:solidFill>
            <a:schemeClr val="tx1"/>
          </a:solidFill>
          <a:latin typeface="Calibri Light" panose="020F0302020204030204" pitchFamily="34" charset="0"/>
        </a:defRPr>
      </a:lvl8pPr>
      <a:lvl9pPr marL="1828844" algn="l" rtl="0" fontAlgn="base">
        <a:lnSpc>
          <a:spcPct val="90000"/>
        </a:lnSpc>
        <a:spcBef>
          <a:spcPct val="0"/>
        </a:spcBef>
        <a:spcAft>
          <a:spcPct val="0"/>
        </a:spcAft>
        <a:defRPr sz="4401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5" indent="-228605" algn="l" rtl="0" fontAlgn="base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6" indent="-228605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7" indent="-228605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39" indent="-228605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49" indent="-228605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60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1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2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3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1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22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3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4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5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6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76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87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E57377-DFC7-1200-C685-166F338E1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9293AC-FB0F-26D0-BB6C-8BC1699A2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1F96C6-EA78-4DC7-E92C-D32139AC28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F70528-7C14-4472-B947-FD685B37B5E3}" type="datetimeFigureOut">
              <a:rPr lang="ar-SA" smtClean="0"/>
              <a:t>21/04/1448</a:t>
            </a:fld>
            <a:endParaRPr lang="ar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0784B7-29D3-0679-FADB-E9684EC678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ar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E7C030-2BE9-8AAB-C659-F78DB05B99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9704058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</p:sldLayoutIdLst>
  <p:txStyles>
    <p:titleStyle>
      <a:lvl1pPr algn="l" defTabSz="914422" rtl="0" eaLnBrk="1" latinLnBrk="0" hangingPunct="1">
        <a:lnSpc>
          <a:spcPct val="90000"/>
        </a:lnSpc>
        <a:spcBef>
          <a:spcPct val="0"/>
        </a:spcBef>
        <a:buNone/>
        <a:defRPr sz="440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5" indent="-228605" algn="l" defTabSz="91442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6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7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39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49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60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1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2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3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ar-SA"/>
      </a:defPPr>
      <a:lvl1pPr marL="0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1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22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3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4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5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6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76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87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163485"/>
            <a:ext cx="10515600" cy="739056"/>
          </a:xfrm>
          <a:prstGeom prst="rect">
            <a:avLst/>
          </a:prstGeom>
        </p:spPr>
        <p:txBody>
          <a:bodyPr rIns="0">
            <a:normAutofit/>
          </a:bodyPr>
          <a:lstStyle/>
          <a:p>
            <a:pPr marL="0" lvl="0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219203"/>
            <a:ext cx="10515600" cy="49577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Rectangle 8"/>
          <p:cNvSpPr/>
          <p:nvPr userDrawn="1"/>
        </p:nvSpPr>
        <p:spPr>
          <a:xfrm>
            <a:off x="0" y="6305914"/>
            <a:ext cx="12192000" cy="552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/>
          <a:lstStyle/>
          <a:p>
            <a:pPr marL="0" marR="0" lvl="0" indent="0" algn="ctr" defTabSz="91442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150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www.</a:t>
            </a:r>
            <a:r>
              <a:rPr kumimoji="0" lang="en-US" sz="3200" b="0" i="0" u="none" strike="noStrike" kern="1200" cap="none" spc="15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presentationgo</a:t>
            </a:r>
            <a:r>
              <a:rPr kumimoji="0" lang="en-US" sz="3200" b="0" i="0" u="none" strike="noStrike" kern="1200" cap="none" spc="150" normalizeH="0" baseline="0" noProof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.com</a:t>
            </a:r>
          </a:p>
        </p:txBody>
      </p:sp>
      <p:sp>
        <p:nvSpPr>
          <p:cNvPr id="13" name="Freeform 12"/>
          <p:cNvSpPr/>
          <p:nvPr userDrawn="1"/>
        </p:nvSpPr>
        <p:spPr>
          <a:xfrm rot="5400000">
            <a:off x="91178" y="173590"/>
            <a:ext cx="369496" cy="570902"/>
          </a:xfrm>
          <a:custGeom>
            <a:avLst/>
            <a:gdLst>
              <a:gd name="connsiteX0" fmla="*/ 210916 w 1034764"/>
              <a:gd name="connsiteY0" fmla="*/ 535701 h 1598797"/>
              <a:gd name="connsiteX1" fmla="*/ 331908 w 1034764"/>
              <a:gd name="connsiteY1" fmla="*/ 284049 h 1598797"/>
              <a:gd name="connsiteX2" fmla="*/ 741774 w 1034764"/>
              <a:gd name="connsiteY2" fmla="*/ 315409 h 1598797"/>
              <a:gd name="connsiteX3" fmla="*/ 403935 w 1034764"/>
              <a:gd name="connsiteY3" fmla="*/ 375418 h 1598797"/>
              <a:gd name="connsiteX4" fmla="*/ 266699 w 1034764"/>
              <a:gd name="connsiteY4" fmla="*/ 689905 h 1598797"/>
              <a:gd name="connsiteX5" fmla="*/ 266698 w 1034764"/>
              <a:gd name="connsiteY5" fmla="*/ 689907 h 1598797"/>
              <a:gd name="connsiteX6" fmla="*/ 210916 w 1034764"/>
              <a:gd name="connsiteY6" fmla="*/ 535701 h 1598797"/>
              <a:gd name="connsiteX7" fmla="*/ 134938 w 1034764"/>
              <a:gd name="connsiteY7" fmla="*/ 517381 h 1598797"/>
              <a:gd name="connsiteX8" fmla="*/ 517383 w 1034764"/>
              <a:gd name="connsiteY8" fmla="*/ 899826 h 1598797"/>
              <a:gd name="connsiteX9" fmla="*/ 899828 w 1034764"/>
              <a:gd name="connsiteY9" fmla="*/ 517381 h 1598797"/>
              <a:gd name="connsiteX10" fmla="*/ 517383 w 1034764"/>
              <a:gd name="connsiteY10" fmla="*/ 134936 h 1598797"/>
              <a:gd name="connsiteX11" fmla="*/ 134938 w 1034764"/>
              <a:gd name="connsiteY11" fmla="*/ 517381 h 1598797"/>
              <a:gd name="connsiteX12" fmla="*/ 0 w 1034764"/>
              <a:gd name="connsiteY12" fmla="*/ 517382 h 1598797"/>
              <a:gd name="connsiteX13" fmla="*/ 517382 w 1034764"/>
              <a:gd name="connsiteY13" fmla="*/ 0 h 1598797"/>
              <a:gd name="connsiteX14" fmla="*/ 1034764 w 1034764"/>
              <a:gd name="connsiteY14" fmla="*/ 517382 h 1598797"/>
              <a:gd name="connsiteX15" fmla="*/ 621653 w 1034764"/>
              <a:gd name="connsiteY15" fmla="*/ 1024253 h 1598797"/>
              <a:gd name="connsiteX16" fmla="*/ 620527 w 1034764"/>
              <a:gd name="connsiteY16" fmla="*/ 1024366 h 1598797"/>
              <a:gd name="connsiteX17" fmla="*/ 662992 w 1034764"/>
              <a:gd name="connsiteY17" fmla="*/ 1598797 h 1598797"/>
              <a:gd name="connsiteX18" fmla="*/ 371775 w 1034764"/>
              <a:gd name="connsiteY18" fmla="*/ 1598797 h 1598797"/>
              <a:gd name="connsiteX19" fmla="*/ 414241 w 1034764"/>
              <a:gd name="connsiteY19" fmla="*/ 1024367 h 1598797"/>
              <a:gd name="connsiteX20" fmla="*/ 413112 w 1034764"/>
              <a:gd name="connsiteY20" fmla="*/ 1024253 h 1598797"/>
              <a:gd name="connsiteX21" fmla="*/ 0 w 1034764"/>
              <a:gd name="connsiteY21" fmla="*/ 517382 h 15987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034764" h="1598797">
                <a:moveTo>
                  <a:pt x="210916" y="535701"/>
                </a:moveTo>
                <a:cubicBezTo>
                  <a:pt x="207764" y="443901"/>
                  <a:pt x="249915" y="348683"/>
                  <a:pt x="331908" y="284049"/>
                </a:cubicBezTo>
                <a:cubicBezTo>
                  <a:pt x="463097" y="180634"/>
                  <a:pt x="646600" y="194675"/>
                  <a:pt x="741774" y="315409"/>
                </a:cubicBezTo>
                <a:cubicBezTo>
                  <a:pt x="631231" y="275026"/>
                  <a:pt x="502220" y="297941"/>
                  <a:pt x="403935" y="375418"/>
                </a:cubicBezTo>
                <a:cubicBezTo>
                  <a:pt x="305650" y="452895"/>
                  <a:pt x="253243" y="572989"/>
                  <a:pt x="266699" y="689905"/>
                </a:cubicBezTo>
                <a:lnTo>
                  <a:pt x="266698" y="689907"/>
                </a:lnTo>
                <a:cubicBezTo>
                  <a:pt x="231008" y="644631"/>
                  <a:pt x="212807" y="590781"/>
                  <a:pt x="210916" y="535701"/>
                </a:cubicBezTo>
                <a:close/>
                <a:moveTo>
                  <a:pt x="134938" y="517381"/>
                </a:moveTo>
                <a:cubicBezTo>
                  <a:pt x="134938" y="728600"/>
                  <a:pt x="306164" y="899826"/>
                  <a:pt x="517383" y="899826"/>
                </a:cubicBezTo>
                <a:cubicBezTo>
                  <a:pt x="728602" y="899826"/>
                  <a:pt x="899828" y="728600"/>
                  <a:pt x="899828" y="517381"/>
                </a:cubicBezTo>
                <a:cubicBezTo>
                  <a:pt x="899828" y="306162"/>
                  <a:pt x="728602" y="134936"/>
                  <a:pt x="517383" y="134936"/>
                </a:cubicBezTo>
                <a:cubicBezTo>
                  <a:pt x="306164" y="134936"/>
                  <a:pt x="134938" y="306162"/>
                  <a:pt x="134938" y="517381"/>
                </a:cubicBezTo>
                <a:close/>
                <a:moveTo>
                  <a:pt x="0" y="517382"/>
                </a:moveTo>
                <a:cubicBezTo>
                  <a:pt x="0" y="231640"/>
                  <a:pt x="231640" y="0"/>
                  <a:pt x="517382" y="0"/>
                </a:cubicBezTo>
                <a:cubicBezTo>
                  <a:pt x="803124" y="0"/>
                  <a:pt x="1034764" y="231640"/>
                  <a:pt x="1034764" y="517382"/>
                </a:cubicBezTo>
                <a:cubicBezTo>
                  <a:pt x="1034764" y="767406"/>
                  <a:pt x="857415" y="976008"/>
                  <a:pt x="621653" y="1024253"/>
                </a:cubicBezTo>
                <a:lnTo>
                  <a:pt x="620527" y="1024366"/>
                </a:lnTo>
                <a:lnTo>
                  <a:pt x="662992" y="1598797"/>
                </a:lnTo>
                <a:lnTo>
                  <a:pt x="371775" y="1598797"/>
                </a:lnTo>
                <a:lnTo>
                  <a:pt x="414241" y="1024367"/>
                </a:lnTo>
                <a:lnTo>
                  <a:pt x="413112" y="1024253"/>
                </a:lnTo>
                <a:cubicBezTo>
                  <a:pt x="177349" y="976008"/>
                  <a:pt x="0" y="767406"/>
                  <a:pt x="0" y="517382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  <a:effectLst>
            <a:outerShdw blurRad="12700" dist="12700" dir="2700000" algn="tl" rotWithShape="0">
              <a:schemeClr val="bg1">
                <a:lumMod val="50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sz="2750"/>
          </a:p>
        </p:txBody>
      </p:sp>
      <p:grpSp>
        <p:nvGrpSpPr>
          <p:cNvPr id="14" name="Group 13"/>
          <p:cNvGrpSpPr/>
          <p:nvPr userDrawn="1"/>
        </p:nvGrpSpPr>
        <p:grpSpPr>
          <a:xfrm>
            <a:off x="-1654908" y="-16652"/>
            <a:ext cx="1569183" cy="612145"/>
            <a:chOff x="-2096383" y="21447"/>
            <a:chExt cx="1569183" cy="612144"/>
          </a:xfrm>
        </p:grpSpPr>
        <p:sp>
          <p:nvSpPr>
            <p:cNvPr id="15" name="TextBox 14"/>
            <p:cNvSpPr txBox="1"/>
            <p:nvPr userDrawn="1"/>
          </p:nvSpPr>
          <p:spPr>
            <a:xfrm>
              <a:off x="-2096383" y="21447"/>
              <a:ext cx="36580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By:</a:t>
              </a:r>
            </a:p>
          </p:txBody>
        </p:sp>
        <p:sp>
          <p:nvSpPr>
            <p:cNvPr id="16" name="TextBox 15"/>
            <p:cNvSpPr txBox="1"/>
            <p:nvPr userDrawn="1"/>
          </p:nvSpPr>
          <p:spPr>
            <a:xfrm>
              <a:off x="-1002010" y="387370"/>
              <a:ext cx="47481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.com</a:t>
              </a:r>
            </a:p>
          </p:txBody>
        </p:sp>
        <p:pic>
          <p:nvPicPr>
            <p:cNvPr id="17" name="Picture 16"/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-2018604" y="234547"/>
              <a:ext cx="1405251" cy="185944"/>
            </a:xfrm>
            <a:prstGeom prst="rect">
              <a:avLst/>
            </a:prstGeom>
          </p:spPr>
        </p:pic>
      </p:grpSp>
      <p:sp>
        <p:nvSpPr>
          <p:cNvPr id="18" name="Rectangle 17"/>
          <p:cNvSpPr/>
          <p:nvPr userDrawn="1"/>
        </p:nvSpPr>
        <p:spPr>
          <a:xfrm>
            <a:off x="-12701" y="6959602"/>
            <a:ext cx="16610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b="0" i="0">
                <a:solidFill>
                  <a:srgbClr val="555555"/>
                </a:solidFill>
                <a:effectLst/>
                <a:latin typeface="Open Sans" panose="020B0606030504020204" pitchFamily="34" charset="0"/>
              </a:rPr>
              <a:t>© </a:t>
            </a:r>
            <a:r>
              <a:rPr lang="en-US" sz="1100" b="0" i="0" u="none" strike="noStrike">
                <a:solidFill>
                  <a:srgbClr val="A5CD28"/>
                </a:solidFill>
                <a:effectLst/>
                <a:latin typeface="Open Sans" panose="020B0606030504020204" pitchFamily="34" charset="0"/>
                <a:hlinkClick r:id="rId4" tooltip="PresentationGo!"/>
              </a:rPr>
              <a:t>presentationgo.com</a:t>
            </a:r>
            <a:endParaRPr lang="en-US" sz="1100"/>
          </a:p>
        </p:txBody>
      </p:sp>
    </p:spTree>
    <p:extLst>
      <p:ext uri="{BB962C8B-B14F-4D97-AF65-F5344CB8AC3E}">
        <p14:creationId xmlns:p14="http://schemas.microsoft.com/office/powerpoint/2010/main" val="41387018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</p:sldLayoutIdLst>
  <p:txStyles>
    <p:titleStyle>
      <a:lvl1pPr algn="l" defTabSz="914422" rtl="0" eaLnBrk="1" latinLnBrk="0" hangingPunct="1">
        <a:lnSpc>
          <a:spcPct val="90000"/>
        </a:lnSpc>
        <a:spcBef>
          <a:spcPct val="0"/>
        </a:spcBef>
        <a:buNone/>
        <a:defRPr lang="en-US" sz="3600" b="1" kern="1200">
          <a:solidFill>
            <a:schemeClr val="bg1"/>
          </a:solidFill>
          <a:latin typeface="Helvetica" panose="020B0500000000000000" pitchFamily="34" charset="0"/>
          <a:ea typeface="+mj-ea"/>
          <a:cs typeface="+mj-cs"/>
        </a:defRPr>
      </a:lvl1pPr>
    </p:titleStyle>
    <p:bodyStyle>
      <a:lvl1pPr marL="228605" indent="-228605" algn="l" defTabSz="91442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j-lt"/>
          <a:ea typeface="+mn-ea"/>
          <a:cs typeface="+mn-cs"/>
        </a:defRPr>
      </a:lvl1pPr>
      <a:lvl2pPr marL="685816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j-lt"/>
          <a:ea typeface="+mn-ea"/>
          <a:cs typeface="+mn-cs"/>
        </a:defRPr>
      </a:lvl2pPr>
      <a:lvl3pPr marL="1143027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j-lt"/>
          <a:ea typeface="+mn-ea"/>
          <a:cs typeface="+mn-cs"/>
        </a:defRPr>
      </a:lvl3pPr>
      <a:lvl4pPr marL="1600239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bg1"/>
          </a:solidFill>
          <a:latin typeface="+mj-lt"/>
          <a:ea typeface="+mn-ea"/>
          <a:cs typeface="+mn-cs"/>
        </a:defRPr>
      </a:lvl4pPr>
      <a:lvl5pPr marL="2057449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bg1"/>
          </a:solidFill>
          <a:latin typeface="+mj-lt"/>
          <a:ea typeface="+mn-ea"/>
          <a:cs typeface="+mn-cs"/>
        </a:defRPr>
      </a:lvl5pPr>
      <a:lvl6pPr marL="2514660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1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2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3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1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22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3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4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5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6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76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87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E57377-DFC7-1200-C685-166F338E1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ar-S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9293AC-FB0F-26D0-BB6C-8BC1699A2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ar-S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1F96C6-EA78-4DC7-E92C-D32139AC28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F70528-7C14-4472-B947-FD685B37B5E3}" type="datetimeFigureOut">
              <a:rPr lang="ar-SA" smtClean="0"/>
              <a:t>21/04/1448</a:t>
            </a:fld>
            <a:endParaRPr lang="ar-S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0784B7-29D3-0679-FADB-E9684EC678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ar-S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E7C030-2BE9-8AAB-C659-F78DB05B99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3358D3-FE61-4661-8E08-2DF1FC30A19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076186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0" r:id="rId1"/>
    <p:sldLayoutId id="2147483741" r:id="rId2"/>
    <p:sldLayoutId id="2147483742" r:id="rId3"/>
    <p:sldLayoutId id="2147483743" r:id="rId4"/>
    <p:sldLayoutId id="2147483744" r:id="rId5"/>
    <p:sldLayoutId id="2147483745" r:id="rId6"/>
    <p:sldLayoutId id="2147483746" r:id="rId7"/>
    <p:sldLayoutId id="2147483747" r:id="rId8"/>
    <p:sldLayoutId id="2147483748" r:id="rId9"/>
    <p:sldLayoutId id="2147483749" r:id="rId10"/>
    <p:sldLayoutId id="2147483750" r:id="rId11"/>
    <p:sldLayoutId id="2147483751" r:id="rId12"/>
    <p:sldLayoutId id="214748375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ar-S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Relationship Id="rId3" Type="http://schemas.openxmlformats.org/officeDocument/2006/relationships/chart" Target="../charts/chart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Relationship Id="rId3" Type="http://schemas.openxmlformats.org/officeDocument/2006/relationships/chart" Target="../charts/char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Relationship Id="rId3" Type="http://schemas.openxmlformats.org/officeDocument/2006/relationships/chart" Target="../charts/char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Relationship Id="rId3" Type="http://schemas.openxmlformats.org/officeDocument/2006/relationships/chart" Target="../charts/chart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Relationship Id="rId3" Type="http://schemas.openxmlformats.org/officeDocument/2006/relationships/chart" Target="../charts/chart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6.png"/><Relationship Id="rId3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7AD9C4F6-1753-20C5-8991-4450175D2079}"/>
              </a:ext>
            </a:extLst>
          </p:cNvPr>
          <p:cNvSpPr txBox="1">
            <a:spLocks/>
          </p:cNvSpPr>
          <p:nvPr/>
        </p:nvSpPr>
        <p:spPr>
          <a:xfrm>
            <a:off x="316121" y="4267845"/>
            <a:ext cx="7554556" cy="1134471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eaLnBrk="1" hangingPunct="1">
              <a:lnSpc>
                <a:spcPct val="90000"/>
              </a:lnSpc>
              <a:buClr>
                <a:srgbClr val="0090A2"/>
              </a:buClr>
              <a:buSzPts val="7200"/>
              <a:buFont typeface="Helvetica Neue" panose="02000503000000020004" pitchFamily="2" charset="0"/>
              <a:buNone/>
            </a:pPr>
            <a:r>
              <a:rPr lang="ar-EG" altLang="en-SA" sz="2800" b="1" dirty="0">
                <a:solidFill>
                  <a:schemeClr val="bg1"/>
                </a:solidFill>
                <a:latin typeface="Tajawal" pitchFamily="2" charset="-78"/>
                <a:ea typeface="Helvetica Neue" panose="02000503000000020004" pitchFamily="2" charset="0"/>
                <a:cs typeface="Tajawal" pitchFamily="2" charset="-78"/>
                <a:sym typeface="Helvetica Neue" panose="02000503000000020004" pitchFamily="2" charset="0"/>
              </a:rPr>
              <a:t>تقرير متابعة البلاغات – منطقة جدة</a:t>
            </a:r>
            <a:br>
              <a:rPr lang="en-US" altLang="en-SA" sz="2400" b="1" dirty="0">
                <a:solidFill>
                  <a:schemeClr val="bg1"/>
                </a:solidFill>
                <a:latin typeface="Tajawal" pitchFamily="2" charset="-78"/>
                <a:ea typeface="Helvetica Neue" panose="02000503000000020004" pitchFamily="2" charset="0"/>
                <a:cs typeface="Tajawal" pitchFamily="2" charset="-78"/>
                <a:sym typeface="Helvetica Neue" panose="02000503000000020004" pitchFamily="2" charset="0"/>
              </a:rPr>
            </a:br>
            <a:r>
              <a:rPr lang="ar-EG" altLang="en-SA" sz="2400" b="1" dirty="0">
                <a:solidFill>
                  <a:schemeClr val="bg1"/>
                </a:solidFill>
                <a:latin typeface="Tajawal" pitchFamily="2" charset="-78"/>
                <a:ea typeface="Helvetica Neue" panose="02000503000000020004" pitchFamily="2" charset="0"/>
                <a:cs typeface="Tajawal" pitchFamily="2" charset="-78"/>
                <a:sym typeface="Helvetica Neue" panose="02000503000000020004" pitchFamily="2" charset="0"/>
              </a:rPr>
              <a:t>27 سبتمبر – 3 أكتوبر 2026</a:t>
            </a:r>
            <a:endParaRPr lang="en-SA" altLang="en-SA" sz="2400" b="1" dirty="0">
              <a:solidFill>
                <a:srgbClr val="0090A2"/>
              </a:solidFill>
              <a:latin typeface="Tajawal" pitchFamily="2" charset="-78"/>
              <a:ea typeface="Helvetica Neue" panose="02000503000000020004" pitchFamily="2" charset="0"/>
              <a:cs typeface="Tajawal" pitchFamily="2" charset="-78"/>
              <a:sym typeface="Helvetica Neue" panose="02000503000000020004" pitchFamily="2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78" name="Title"/>
          <p:cNvSpPr txBox="1"/>
          <p:nvPr/>
        </p:nvSpPr>
        <p:spPr>
          <a:xfrm>
            <a:off x="1563624" y="484632"/>
            <a:ext cx="9656064" cy="8229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2000" b="1" lang="ar-SA">
                <a:solidFill>
                  <a:srgbClr val="000000"/>
                </a:solidFill>
                <a:latin typeface="Tajawal"/>
                <a:cs typeface="Tajawal"/>
              </a:rPr>
              <a:t>نظرة عامة على البلاغات – جدة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92608" y="914400"/>
            <a:ext cx="548640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1"/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الفترة: 27 سبتمبر – 3 أكتوبر 2026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748522" y="1371600"/>
            <a:ext cx="2590038" cy="1572768"/>
          </a:xfrm>
          <a:prstGeom prst="roundRect">
            <a:avLst>
              <a:gd name="adj" fmla="val 10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1045952" y="1554480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839962" y="1517904"/>
            <a:ext cx="2407158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FFFFFF"/>
                </a:solidFill>
                <a:latin typeface="Tajawal"/>
                <a:cs typeface="Tajawal"/>
              </a:rPr>
              <a:t>2,528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39962" y="2267712"/>
            <a:ext cx="2407158" cy="612647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FFFFFF"/>
                </a:solidFill>
                <a:latin typeface="Tajawal"/>
                <a:cs typeface="Tajawal"/>
              </a:rPr>
              <a:t>البلاغات الأسبوعية</a:t>
            </a:r>
          </a:p>
          <a:p>
            <a:pPr algn="ctr" rtl="1"/>
            <a:r>
              <a:rPr sz="1100" b="0" lang="ar-SA">
                <a:solidFill>
                  <a:srgbClr val="C3D5D1"/>
                </a:solidFill>
                <a:latin typeface="Tajawal"/>
                <a:cs typeface="Tajawal"/>
              </a:rPr>
              <a:t>35.8% من إجمالي القطاع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929884" y="1371600"/>
            <a:ext cx="2590038" cy="1572768"/>
          </a:xfrm>
          <a:prstGeom prst="roundRect">
            <a:avLst>
              <a:gd name="adj" fmla="val 10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227314" y="1554480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021324" y="1517904"/>
            <a:ext cx="2407158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FFFFFF"/>
                </a:solidFill>
                <a:latin typeface="Tajawal"/>
                <a:cs typeface="Tajawal"/>
              </a:rP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21324" y="2267712"/>
            <a:ext cx="2407158" cy="612647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FFFFFF"/>
                </a:solidFill>
                <a:latin typeface="Tajawal"/>
                <a:cs typeface="Tajawal"/>
              </a:rPr>
              <a:t>التراكمي من بداية الشهر</a:t>
            </a:r>
          </a:p>
          <a:p>
            <a:pPr algn="ctr" rtl="1"/>
            <a:r>
              <a:rPr sz="1100" b="0" lang="ar-SA">
                <a:solidFill>
                  <a:srgbClr val="C3D5D1"/>
                </a:solidFill>
                <a:latin typeface="Tajawal"/>
                <a:cs typeface="Tajawal"/>
              </a:rPr>
              <a:t>إجمالي البلاغات منذ بداية الشهر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111246" y="1371600"/>
            <a:ext cx="2590038" cy="1572768"/>
          </a:xfrm>
          <a:prstGeom prst="roundRect">
            <a:avLst>
              <a:gd name="adj" fmla="val 10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408675" y="1554480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202686" y="1517904"/>
            <a:ext cx="2407158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FFFFFF"/>
                </a:solidFill>
                <a:latin typeface="Tajawal"/>
                <a:cs typeface="Tajawal"/>
              </a:rPr>
              <a:t>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202686" y="2267712"/>
            <a:ext cx="2407158" cy="612647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FFFFFF"/>
                </a:solidFill>
                <a:latin typeface="Tajawal"/>
                <a:cs typeface="Tajawal"/>
              </a:rPr>
              <a:t>الالتزام بمستوى الخدمة SLA</a:t>
            </a:r>
          </a:p>
          <a:p>
            <a:pPr algn="ctr" rtl="1"/>
            <a:r>
              <a:rPr sz="1100" b="0" lang="ar-SA">
                <a:solidFill>
                  <a:srgbClr val="C3D5D1"/>
                </a:solidFill>
                <a:latin typeface="Tajawal"/>
                <a:cs typeface="Tajawal"/>
              </a:rPr>
              <a:t>نسبة البلاغات ضمن SLA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92608" y="1371600"/>
            <a:ext cx="2590038" cy="1572768"/>
          </a:xfrm>
          <a:prstGeom prst="roundRect">
            <a:avLst>
              <a:gd name="adj" fmla="val 10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2590038" y="1554480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84048" y="1517904"/>
            <a:ext cx="2407158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FFFFFF"/>
                </a:solidFill>
                <a:latin typeface="Tajawal"/>
                <a:cs typeface="Tajawal"/>
              </a:rPr>
              <a:t>51.6%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84048" y="2267712"/>
            <a:ext cx="2407158" cy="612647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FFFFFF"/>
                </a:solidFill>
                <a:latin typeface="Tajawal"/>
                <a:cs typeface="Tajawal"/>
              </a:rPr>
              <a:t>نسبة رضا المستفيد</a:t>
            </a:r>
          </a:p>
          <a:p>
            <a:pPr algn="ctr" rtl="1"/>
            <a:r>
              <a:rPr sz="1100" b="0" lang="ar-SA">
                <a:solidFill>
                  <a:srgbClr val="C3D5D1"/>
                </a:solidFill>
                <a:latin typeface="Tajawal"/>
                <a:cs typeface="Tajawal"/>
              </a:rPr>
              <a:t>متوسط التقييم 2.58 / 5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748522" y="3108960"/>
            <a:ext cx="2590038" cy="56692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858250" y="3108960"/>
            <a:ext cx="237058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700" b="1" lang="ar-SA">
                <a:solidFill>
                  <a:srgbClr val="17355C"/>
                </a:solidFill>
                <a:latin typeface="Tajawal"/>
                <a:cs typeface="Tajawal"/>
              </a:rPr>
              <a:t>208  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بلاغات طارئة (8.2%)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929884" y="3108960"/>
            <a:ext cx="2590038" cy="56692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039612" y="3108960"/>
            <a:ext cx="237058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700" b="1" lang="ar-SA">
                <a:solidFill>
                  <a:srgbClr val="17355C"/>
                </a:solidFill>
                <a:latin typeface="Tajawal"/>
                <a:cs typeface="Tajawal"/>
              </a:rPr>
              <a:t>89  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بلاغات أُعيد فتحها (3.5%)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111246" y="3108960"/>
            <a:ext cx="2590038" cy="56692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220974" y="3108960"/>
            <a:ext cx="237058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700" b="1" lang="ar-SA">
                <a:solidFill>
                  <a:srgbClr val="17355C"/>
                </a:solidFill>
                <a:latin typeface="Tajawal"/>
                <a:cs typeface="Tajawal"/>
              </a:rPr>
              <a:t>235  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قيد موافقة الاستشاري (9.3%)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92608" y="3108960"/>
            <a:ext cx="2590038" cy="56692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02336" y="3108960"/>
            <a:ext cx="237058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700" b="1" lang="ar-SA">
                <a:solidFill>
                  <a:srgbClr val="17355C"/>
                </a:solidFill>
                <a:latin typeface="Tajawal"/>
                <a:cs typeface="Tajawal"/>
              </a:rPr>
              <a:t>565  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عدد المباني التعليمية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92608" y="3840480"/>
            <a:ext cx="1104595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600" b="1" lang="ar-SA">
                <a:solidFill>
                  <a:srgbClr val="17355C"/>
                </a:solidFill>
                <a:latin typeface="Tajawal"/>
                <a:cs typeface="Tajawal"/>
              </a:rPr>
              <a:t>بلاغات الأمن والسلامة</a:t>
            </a:r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     331 بلاغ  ·  41.6% من بلاغات الأمن والسلامة في القطاع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8748522" y="4315968"/>
            <a:ext cx="2590038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885682" y="4453128"/>
            <a:ext cx="2315718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17355C"/>
                </a:solidFill>
                <a:latin typeface="Tajawal"/>
                <a:cs typeface="Tajawal"/>
              </a:rPr>
              <a:t>173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885682" y="5093207"/>
            <a:ext cx="2315718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1F2A37"/>
                </a:solidFill>
                <a:latin typeface="Tajawal"/>
                <a:cs typeface="Tajawal"/>
              </a:rPr>
              <a:t>أنظمة الأمن والسلامة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9022842" y="5532120"/>
            <a:ext cx="2041398" cy="118872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9997285" y="5532120"/>
            <a:ext cx="1066954" cy="118872"/>
          </a:xfrm>
          <a:prstGeom prst="roundRect">
            <a:avLst>
              <a:gd name="adj" fmla="val 50000"/>
            </a:avLst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885682" y="5687568"/>
            <a:ext cx="2315718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000" b="0" lang="ar-SA">
                <a:solidFill>
                  <a:srgbClr val="5A6B7A"/>
                </a:solidFill>
                <a:latin typeface="Tajawal"/>
                <a:cs typeface="Tajawal"/>
              </a:rPr>
              <a:t>52.3% من بلاغات الأمن والسلامة بالمنطقة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5929884" y="4315968"/>
            <a:ext cx="2590038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067044" y="4453128"/>
            <a:ext cx="2315718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17355C"/>
                </a:solidFill>
                <a:latin typeface="Tajawal"/>
                <a:cs typeface="Tajawal"/>
              </a:rPr>
              <a:t>102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067044" y="5093207"/>
            <a:ext cx="2315718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1F2A37"/>
                </a:solidFill>
                <a:latin typeface="Tajawal"/>
                <a:cs typeface="Tajawal"/>
              </a:rPr>
              <a:t>أعمال الكهرباء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204204" y="5532120"/>
            <a:ext cx="2041398" cy="118872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7616530" y="5532120"/>
            <a:ext cx="629071" cy="118872"/>
          </a:xfrm>
          <a:prstGeom prst="roundRect">
            <a:avLst>
              <a:gd name="adj" fmla="val 50000"/>
            </a:avLst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067044" y="5687568"/>
            <a:ext cx="2315718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000" b="0" lang="ar-SA">
                <a:solidFill>
                  <a:srgbClr val="5A6B7A"/>
                </a:solidFill>
                <a:latin typeface="Tajawal"/>
                <a:cs typeface="Tajawal"/>
              </a:rPr>
              <a:t>30.8% من بلاغات الأمن والسلامة بالمنطقة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3111246" y="4315968"/>
            <a:ext cx="2590038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248406" y="4453128"/>
            <a:ext cx="2315718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17355C"/>
                </a:solidFill>
                <a:latin typeface="Tajawal"/>
                <a:cs typeface="Tajawal"/>
              </a:rPr>
              <a:t>50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248406" y="5093207"/>
            <a:ext cx="2315718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1F2A37"/>
                </a:solidFill>
                <a:latin typeface="Tajawal"/>
                <a:cs typeface="Tajawal"/>
              </a:rPr>
              <a:t>مخارج الطوارئ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385565" y="5532120"/>
            <a:ext cx="2041398" cy="118872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5118595" y="5532120"/>
            <a:ext cx="308368" cy="118872"/>
          </a:xfrm>
          <a:prstGeom prst="roundRect">
            <a:avLst>
              <a:gd name="adj" fmla="val 50000"/>
            </a:avLst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248406" y="5687568"/>
            <a:ext cx="2315718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000" b="0" lang="ar-SA">
                <a:solidFill>
                  <a:srgbClr val="5A6B7A"/>
                </a:solidFill>
                <a:latin typeface="Tajawal"/>
                <a:cs typeface="Tajawal"/>
              </a:rPr>
              <a:t>15.1% من بلاغات الأمن والسلامة بالمنطقة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92608" y="4315968"/>
            <a:ext cx="2590038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429768" y="4453128"/>
            <a:ext cx="2315718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17355C"/>
                </a:solidFill>
                <a:latin typeface="Tajawal"/>
                <a:cs typeface="Tajawal"/>
              </a:rPr>
              <a:t>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9768" y="5093207"/>
            <a:ext cx="2315718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1F2A37"/>
                </a:solidFill>
                <a:latin typeface="Tajawal"/>
                <a:cs typeface="Tajawal"/>
              </a:rPr>
              <a:t>المصاعد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66928" y="5532120"/>
            <a:ext cx="2041398" cy="118872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2571321" y="5532120"/>
            <a:ext cx="37004" cy="118872"/>
          </a:xfrm>
          <a:prstGeom prst="roundRect">
            <a:avLst>
              <a:gd name="adj" fmla="val 50000"/>
            </a:avLst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29768" y="5687568"/>
            <a:ext cx="2315718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000" b="0" lang="ar-SA">
                <a:solidFill>
                  <a:srgbClr val="5A6B7A"/>
                </a:solidFill>
                <a:latin typeface="Tajawal"/>
                <a:cs typeface="Tajawal"/>
              </a:rPr>
              <a:t>1.8% من بلاغات الأمن والسلامة بالمنطقة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78" name="Title"/>
          <p:cNvSpPr txBox="1"/>
          <p:nvPr/>
        </p:nvSpPr>
        <p:spPr>
          <a:xfrm>
            <a:off x="1563624" y="484632"/>
            <a:ext cx="9656064" cy="8229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2000" b="1" lang="ar-SA">
                <a:solidFill>
                  <a:srgbClr val="000000"/>
                </a:solidFill>
                <a:latin typeface="Tajawal"/>
                <a:cs typeface="Tajawal"/>
              </a:rPr>
              <a:t>اتجاه البلاغات والأولوية – جدة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92608" y="914400"/>
            <a:ext cx="548640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1"/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آخر 4 أسابيع: 6 سبتمبر – 3 أكتوبر 2026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041648" y="1371600"/>
            <a:ext cx="729691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1009376" y="1591056"/>
            <a:ext cx="118872" cy="118872"/>
          </a:xfrm>
          <a:prstGeom prst="ellipse">
            <a:avLst/>
          </a:prstGeom>
          <a:solidFill>
            <a:srgbClr val="173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224528" y="1481328"/>
            <a:ext cx="6702552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500" b="1" lang="ar-SA">
                <a:solidFill>
                  <a:srgbClr val="17355C"/>
                </a:solidFill>
                <a:latin typeface="Tajawal"/>
                <a:cs typeface="Tajawal"/>
              </a:rPr>
              <a:t>عدد البلاغات أسبوعياً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   6 سبتمبر – 3 أكتوبر</a:t>
            </a:r>
          </a:p>
        </p:txBody>
      </p:sp>
      <p:graphicFrame>
        <p:nvGraphicFramePr>
          <p:cNvPr id="83" name="Chart 82"/>
          <p:cNvGraphicFramePr>
            <a:graphicFrameLocks noGrp="1"/>
          </p:cNvGraphicFramePr>
          <p:nvPr/>
        </p:nvGraphicFramePr>
        <p:xfrm>
          <a:off x="4224528" y="1783080"/>
          <a:ext cx="6931152" cy="2514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4" name="Rounded Rectangle 83"/>
          <p:cNvSpPr/>
          <p:nvPr/>
        </p:nvSpPr>
        <p:spPr>
          <a:xfrm>
            <a:off x="4041648" y="4572000"/>
            <a:ext cx="729691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1009376" y="4791456"/>
            <a:ext cx="118872" cy="118872"/>
          </a:xfrm>
          <a:prstGeom prst="ellipse">
            <a:avLst/>
          </a:prstGeom>
          <a:solidFill>
            <a:srgbClr val="173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224528" y="4681728"/>
            <a:ext cx="6702552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500" b="1" lang="ar-SA">
                <a:solidFill>
                  <a:srgbClr val="17355C"/>
                </a:solidFill>
                <a:latin typeface="Tajawal"/>
                <a:cs typeface="Tajawal"/>
              </a:rPr>
              <a:t>أولوية البلاغات – الأسبوع الحالي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945770" y="5138928"/>
            <a:ext cx="6027029" cy="329184"/>
          </a:xfrm>
          <a:prstGeom prst="rect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407408" y="5138928"/>
            <a:ext cx="538362" cy="329184"/>
          </a:xfrm>
          <a:prstGeom prst="rect">
            <a:avLst/>
          </a:prstGeom>
          <a:solidFill>
            <a:srgbClr val="E0A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680960" y="5532120"/>
            <a:ext cx="3291840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800" b="1" lang="ar-SA">
                <a:solidFill>
                  <a:srgbClr val="17355C"/>
                </a:solidFill>
                <a:latin typeface="Tajawal"/>
                <a:cs typeface="Tajawal"/>
              </a:rPr>
              <a:t>2,320</a:t>
            </a:r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  روتيني (91.8%)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07408" y="5532120"/>
            <a:ext cx="3291840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1"/>
            <a:r>
              <a:rPr sz="1800" b="1" lang="ar-SA">
                <a:solidFill>
                  <a:srgbClr val="C07F2A"/>
                </a:solidFill>
                <a:latin typeface="Tajawal"/>
                <a:cs typeface="Tajawal"/>
              </a:rPr>
              <a:t>208</a:t>
            </a:r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  طارئ (8.2%)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92608" y="137160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3520440" y="1554480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29768" y="1481328"/>
            <a:ext cx="324612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2800" b="1" lang="ar-SA">
                <a:solidFill>
                  <a:srgbClr val="F2C27B"/>
                </a:solidFill>
                <a:latin typeface="Tajawal"/>
                <a:cs typeface="Tajawal"/>
              </a:rPr>
              <a:t>+40.6%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9768" y="2103120"/>
            <a:ext cx="324612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FFFFFF"/>
                </a:solidFill>
                <a:latin typeface="Tajawal"/>
                <a:cs typeface="Tajawal"/>
              </a:rPr>
              <a:t>التغير عن الأسبوع السابق</a:t>
            </a:r>
          </a:p>
          <a:p>
            <a:pPr algn="ctr" rtl="1"/>
            <a:r>
              <a:rPr sz="1100" b="0" lang="ar-SA">
                <a:solidFill>
                  <a:srgbClr val="C3D5D1"/>
                </a:solidFill>
                <a:latin typeface="Tajawal"/>
                <a:cs typeface="Tajawal"/>
              </a:rPr>
              <a:t>2,528 مقابل 1,798 بلاغ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92608" y="301752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3520440" y="3200400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9768" y="3127248"/>
            <a:ext cx="324612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2800" b="1" lang="ar-SA">
                <a:solidFill>
                  <a:srgbClr val="A8D5B5"/>
                </a:solidFill>
                <a:latin typeface="Tajawal"/>
                <a:cs typeface="Tajawal"/>
              </a:rPr>
              <a:t>-18.2%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9768" y="3749039"/>
            <a:ext cx="324612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FFFFFF"/>
                </a:solidFill>
                <a:latin typeface="Tajawal"/>
                <a:cs typeface="Tajawal"/>
              </a:rPr>
              <a:t>التغير عن الأسبوع الأول</a:t>
            </a:r>
          </a:p>
          <a:p>
            <a:pPr algn="ctr" rtl="1"/>
            <a:r>
              <a:rPr sz="1100" b="0" lang="ar-SA">
                <a:solidFill>
                  <a:srgbClr val="C3D5D1"/>
                </a:solidFill>
                <a:latin typeface="Tajawal"/>
                <a:cs typeface="Tajawal"/>
              </a:rPr>
              <a:t>2,528 مقابل 3,089 بلاغ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92608" y="4663440"/>
            <a:ext cx="3520440" cy="150876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520440" y="4846320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29768" y="4773168"/>
            <a:ext cx="324612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2800" b="1" lang="ar-SA">
                <a:solidFill>
                  <a:srgbClr val="FFFFFF"/>
                </a:solidFill>
                <a:latin typeface="Tajawal"/>
                <a:cs typeface="Tajawal"/>
              </a:rPr>
              <a:t>10,756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29768" y="5394959"/>
            <a:ext cx="3246120" cy="73151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FFFFFF"/>
                </a:solidFill>
                <a:latin typeface="Tajawal"/>
                <a:cs typeface="Tajawal"/>
              </a:rPr>
              <a:t>إجمالي آخر 4 أسابيع</a:t>
            </a:r>
          </a:p>
          <a:p>
            <a:pPr algn="ctr" rtl="1"/>
            <a:r>
              <a:rPr sz="1100" b="0" lang="ar-SA">
                <a:solidFill>
                  <a:srgbClr val="C3D5D1"/>
                </a:solidFill>
                <a:latin typeface="Tajawal"/>
                <a:cs typeface="Tajawal"/>
              </a:rPr>
              <a:t>6 سبتمبر – 3 أكتوبر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78" name="Title"/>
          <p:cNvSpPr txBox="1"/>
          <p:nvPr/>
        </p:nvSpPr>
        <p:spPr>
          <a:xfrm>
            <a:off x="1563624" y="484632"/>
            <a:ext cx="9656064" cy="8229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2000" b="1" lang="ar-SA">
                <a:solidFill>
                  <a:srgbClr val="000000"/>
                </a:solidFill>
                <a:latin typeface="Tajawal"/>
                <a:cs typeface="Tajawal"/>
              </a:rPr>
              <a:t>جودة الخدمة وزيارات الاستشاري – جدة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92608" y="914400"/>
            <a:ext cx="548640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1"/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الفترة: 27 سبتمبر – 3 أكتوبر 2026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952744" y="1371600"/>
            <a:ext cx="538581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1009376" y="1591056"/>
            <a:ext cx="118872" cy="118872"/>
          </a:xfrm>
          <a:prstGeom prst="ellipse">
            <a:avLst/>
          </a:prstGeom>
          <a:solidFill>
            <a:srgbClr val="173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135624" y="1481328"/>
            <a:ext cx="4791455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500" b="1" lang="ar-SA">
                <a:solidFill>
                  <a:srgbClr val="17355C"/>
                </a:solidFill>
                <a:latin typeface="Tajawal"/>
                <a:cs typeface="Tajawal"/>
              </a:rPr>
              <a:t>جودة الإغلاق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   البلاغات المعاد فتحها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326880" y="1920240"/>
            <a:ext cx="182880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600" b="1" lang="ar-SA">
                <a:solidFill>
                  <a:srgbClr val="17355C"/>
                </a:solidFill>
                <a:latin typeface="Tajawal"/>
                <a:cs typeface="Tajawal"/>
              </a:rPr>
              <a:t>89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26880" y="2633472"/>
            <a:ext cx="182880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200" b="1" lang="ar-SA">
                <a:solidFill>
                  <a:srgbClr val="1F2A37"/>
                </a:solidFill>
                <a:latin typeface="Tajawal"/>
                <a:cs typeface="Tajawal"/>
              </a:rPr>
              <a:t>بلاغ أُعيد فتحه</a:t>
            </a:r>
          </a:p>
          <a:p>
            <a:pPr algn="ctr" rtl="1"/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3.5% من بلاغات المنطقة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27064" y="1950000"/>
            <a:ext cx="2825496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200" b="1" lang="ar-SA">
                <a:solidFill>
                  <a:srgbClr val="1F2A37"/>
                </a:solidFill>
                <a:latin typeface="Tajawal"/>
                <a:cs typeface="Tajawal"/>
              </a:rPr>
              <a:t>تكرار 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227064" y="1950000"/>
            <a:ext cx="2825496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0"/>
            <a:r>
              <a:rPr sz="1200" b="1" lang="ar-SA">
                <a:solidFill>
                  <a:srgbClr val="17355C"/>
                </a:solidFill>
                <a:latin typeface="Tajawal"/>
                <a:cs typeface="Tajawal"/>
              </a:rPr>
              <a:t>73  (82%)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227064" y="2279184"/>
            <a:ext cx="2825496" cy="128016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6735653" y="2279184"/>
            <a:ext cx="2316906" cy="128016"/>
          </a:xfrm>
          <a:prstGeom prst="roundRect">
            <a:avLst>
              <a:gd name="adj" fmla="val 50000"/>
            </a:avLst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27064" y="2420000"/>
            <a:ext cx="2825496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200" b="1" lang="ar-SA">
                <a:solidFill>
                  <a:srgbClr val="1F2A37"/>
                </a:solidFill>
                <a:latin typeface="Tajawal"/>
                <a:cs typeface="Tajawal"/>
              </a:rPr>
              <a:t>تكرار 2 إلى 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227064" y="2420000"/>
            <a:ext cx="2825496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0"/>
            <a:r>
              <a:rPr sz="1200" b="1" lang="ar-SA">
                <a:solidFill>
                  <a:srgbClr val="17355C"/>
                </a:solidFill>
                <a:latin typeface="Tajawal"/>
                <a:cs typeface="Tajawal"/>
              </a:rPr>
              <a:t>16  (18%)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227064" y="2749184"/>
            <a:ext cx="2825496" cy="128016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8543970" y="2749184"/>
            <a:ext cx="508589" cy="128016"/>
          </a:xfrm>
          <a:prstGeom prst="roundRect">
            <a:avLst>
              <a:gd name="adj" fmla="val 50000"/>
            </a:avLst>
          </a:prstGeom>
          <a:solidFill>
            <a:srgbClr val="E0A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w3 115"/>
          <p:cNvSpPr txBox="1"/>
          <p:nvPr/>
        </p:nvSpPr>
        <p:spPr>
          <a:xfrm>
            <a:off x="6227064" y="2890000"/>
            <a:ext cx="2825496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200" b="1" lang="ar-SA">
                <a:solidFill>
                  <a:srgbClr val="1F2A37"/>
                </a:solidFill>
                <a:latin typeface="Tajawal"/>
                <a:cs typeface="Tajawal"/>
              </a:rPr>
              <a:t>تكرار 4 إلى 8</a:t>
            </a:r>
          </a:p>
        </p:txBody>
      </p:sp>
      <p:sp>
        <p:nvSpPr>
          <p:cNvPr id="116" name="Row3 116"/>
          <p:cNvSpPr txBox="1"/>
          <p:nvPr/>
        </p:nvSpPr>
        <p:spPr>
          <a:xfrm>
            <a:off x="6227064" y="2890000"/>
            <a:ext cx="2825496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0"/>
            <a:r>
              <a:rPr sz="1200" b="1" lang="ar-SA">
                <a:solidFill>
                  <a:srgbClr val="17355C"/>
                </a:solidFill>
                <a:latin typeface="Tajawal"/>
                <a:cs typeface="Tajawal"/>
              </a:rPr>
              <a:t>16  (18%)</a:t>
            </a:r>
          </a:p>
        </p:txBody>
      </p:sp>
      <p:sp>
        <p:nvSpPr>
          <p:cNvPr id="117" name="Row3 117"/>
          <p:cNvSpPr/>
          <p:nvPr/>
        </p:nvSpPr>
        <p:spPr>
          <a:xfrm>
            <a:off x="6227064" y="3219184"/>
            <a:ext cx="2825496" cy="128016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w3 118"/>
          <p:cNvSpPr/>
          <p:nvPr/>
        </p:nvSpPr>
        <p:spPr>
          <a:xfrm>
            <a:off x="8543970" y="3219184"/>
            <a:ext cx="508589" cy="128016"/>
          </a:xfrm>
          <a:prstGeom prst="roundRect">
            <a:avLst>
              <a:gd name="adj" fmla="val 50000"/>
            </a:avLst>
          </a:prstGeom>
          <a:solidFill>
            <a:srgbClr val="C07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292608" y="1371600"/>
            <a:ext cx="538581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5349240" y="1591056"/>
            <a:ext cx="118872" cy="118872"/>
          </a:xfrm>
          <a:prstGeom prst="ellipse">
            <a:avLst/>
          </a:prstGeom>
          <a:solidFill>
            <a:srgbClr val="173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5488" y="1481328"/>
            <a:ext cx="4791455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500" b="1" lang="ar-SA">
                <a:solidFill>
                  <a:srgbClr val="17355C"/>
                </a:solidFill>
                <a:latin typeface="Tajawal"/>
                <a:cs typeface="Tajawal"/>
              </a:rPr>
              <a:t>مؤشر رضا المستفيد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   من استبيان إغلاق الحالة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300984" y="1920240"/>
            <a:ext cx="2194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600" b="1" lang="ar-SA">
                <a:solidFill>
                  <a:srgbClr val="C07F2A"/>
                </a:solidFill>
                <a:latin typeface="Tajawal"/>
                <a:cs typeface="Tajawal"/>
              </a:rPr>
              <a:t>51.6%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300984" y="2670048"/>
            <a:ext cx="21945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200" b="1" lang="ar-SA">
                <a:solidFill>
                  <a:srgbClr val="1F2A37"/>
                </a:solidFill>
                <a:latin typeface="Tajawal"/>
                <a:cs typeface="Tajawal"/>
              </a:rPr>
              <a:t>نسبة رضا المستفيد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483864" y="3090672"/>
            <a:ext cx="1828800" cy="128016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4369003" y="3090672"/>
            <a:ext cx="943660" cy="128016"/>
          </a:xfrm>
          <a:prstGeom prst="roundRect">
            <a:avLst>
              <a:gd name="adj" fmla="val 50000"/>
            </a:avLst>
          </a:prstGeom>
          <a:solidFill>
            <a:srgbClr val="E0A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566928" y="1965960"/>
            <a:ext cx="2551175" cy="1280160"/>
          </a:xfrm>
          <a:prstGeom prst="roundRect">
            <a:avLst>
              <a:gd name="adj" fmla="val 10000"/>
            </a:avLst>
          </a:prstGeom>
          <a:solidFill>
            <a:srgbClr val="F3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66928" y="2011680"/>
            <a:ext cx="2551175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2800" b="1" lang="ar-SA">
                <a:solidFill>
                  <a:srgbClr val="17355C"/>
                </a:solidFill>
                <a:latin typeface="Tajawal"/>
                <a:cs typeface="Tajawal"/>
              </a:rPr>
              <a:t>2.58</a:t>
            </a:r>
            <a:r>
              <a:rPr sz="1600" b="0" lang="ar-SA">
                <a:solidFill>
                  <a:srgbClr val="5A6B7A"/>
                </a:solidFill>
                <a:latin typeface="Tajawal"/>
                <a:cs typeface="Tajawal"/>
              </a:rPr>
              <a:t>  من 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66928" y="2606040"/>
            <a:ext cx="2551175" cy="3200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متوسط تقييم الحالة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73835" y="2944368"/>
            <a:ext cx="1737360" cy="237744"/>
          </a:xfrm>
          <a:prstGeom prst="roundRect">
            <a:avLst>
              <a:gd name="adj" fmla="val 50000"/>
            </a:avLst>
          </a:prstGeom>
          <a:solidFill>
            <a:srgbClr val="FBE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73835" y="2944368"/>
            <a:ext cx="17373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/>
            <a:r>
              <a:rPr sz="1000" b="1" lang="ar-SA">
                <a:solidFill>
                  <a:srgbClr val="C07F2A"/>
                </a:solidFill>
                <a:latin typeface="Tajawal"/>
                <a:cs typeface="Tajawal"/>
              </a:rPr>
              <a:t>الأقل رضا بين المناطق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292608" y="3657600"/>
            <a:ext cx="11045952" cy="2560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1009376" y="3877056"/>
            <a:ext cx="118872" cy="118872"/>
          </a:xfrm>
          <a:prstGeom prst="ellipse">
            <a:avLst/>
          </a:prstGeom>
          <a:solidFill>
            <a:srgbClr val="173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5488" y="3767328"/>
            <a:ext cx="10451592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500" b="1" lang="ar-SA">
                <a:solidFill>
                  <a:srgbClr val="17355C"/>
                </a:solidFill>
                <a:latin typeface="Tajawal"/>
                <a:cs typeface="Tajawal"/>
              </a:rPr>
              <a:t>الزيارات الميدانية للاستشاري على نظام TFMP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   الزيارات التفتيشية – سبتمبر 2026</a:t>
            </a:r>
          </a:p>
        </p:txBody>
      </p:sp>
      <p:graphicFrame>
        <p:nvGraphicFramePr>
          <p:cNvPr id="108" name="Table 107"/>
          <p:cNvGraphicFramePr>
            <a:graphicFrameLocks noGrp="1"/>
          </p:cNvGraphicFramePr>
          <p:nvPr/>
        </p:nvGraphicFramePr>
        <p:xfrm>
          <a:off x="3703320" y="4251960"/>
          <a:ext cx="7406639" cy="1700784"/>
        </p:xfrm>
        <a:graphic>
          <a:graphicData uri="http://schemas.openxmlformats.org/drawingml/2006/table">
            <a:tbl>
              <a:tblPr firstRow="0" bandRow="0"/>
              <a:tblGrid>
                <a:gridCol w="1554480"/>
                <a:gridCol w="1325880"/>
                <a:gridCol w="1325880"/>
                <a:gridCol w="1325880"/>
                <a:gridCol w="1874519"/>
              </a:tblGrid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نسبة الإنجاز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المتبقي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المكتمل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المخطط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الأسبوع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49.2%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121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117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238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الأسبوع الثالث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50.0%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119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119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238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الأسبوع الرابع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</a:tbl>
          </a:graphicData>
        </a:graphic>
      </p:graphicFrame>
      <p:sp>
        <p:nvSpPr>
          <p:cNvPr id="109" name="Rounded Rectangle 108"/>
          <p:cNvSpPr/>
          <p:nvPr/>
        </p:nvSpPr>
        <p:spPr>
          <a:xfrm>
            <a:off x="521208" y="4206240"/>
            <a:ext cx="2907792" cy="1828800"/>
          </a:xfrm>
          <a:prstGeom prst="roundRect">
            <a:avLst>
              <a:gd name="adj" fmla="val 8000"/>
            </a:avLst>
          </a:prstGeom>
          <a:solidFill>
            <a:srgbClr val="F3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21208" y="4297680"/>
            <a:ext cx="2907792" cy="3200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200" b="1" lang="ar-SA">
                <a:solidFill>
                  <a:srgbClr val="1F2A37"/>
                </a:solidFill>
                <a:latin typeface="Tajawal"/>
                <a:cs typeface="Tajawal"/>
              </a:rPr>
              <a:t>نسبة إنجاز الأسبوع الرابع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21208" y="4617720"/>
            <a:ext cx="2907792" cy="6858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200" b="1" lang="ar-SA">
                <a:solidFill>
                  <a:srgbClr val="C07F2A"/>
                </a:solidFill>
                <a:latin typeface="Tajawal"/>
                <a:cs typeface="Tajawal"/>
              </a:rPr>
              <a:t>50.0%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886968" y="5349240"/>
            <a:ext cx="2176272" cy="128016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1975104" y="5349240"/>
            <a:ext cx="1088136" cy="128016"/>
          </a:xfrm>
          <a:prstGeom prst="roundRect">
            <a:avLst>
              <a:gd name="adj" fmla="val 50000"/>
            </a:avLst>
          </a:prstGeom>
          <a:solidFill>
            <a:srgbClr val="E0A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21208" y="5559552"/>
            <a:ext cx="2907792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ارتفاع 0.8 نقطة عن الأسبوع الثالث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78" name="Title"/>
          <p:cNvSpPr txBox="1"/>
          <p:nvPr/>
        </p:nvSpPr>
        <p:spPr>
          <a:xfrm>
            <a:off x="1563624" y="484632"/>
            <a:ext cx="9656064" cy="8229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2000" b="1" lang="ar-SA">
                <a:solidFill>
                  <a:srgbClr val="000000"/>
                </a:solidFill>
                <a:latin typeface="Tajawal"/>
                <a:cs typeface="Tajawal"/>
              </a:rPr>
              <a:t>خطة الصيانة الوقائية لمقدم الخدمة – سبتمبر – جدة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92608" y="914400"/>
            <a:ext cx="731520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1"/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تقرير متابعة أعمال الصيانة الوقائية  ·  الفترة: 1 – 30 سبتمبر 2026</a:t>
            </a:r>
          </a:p>
        </p:txBody>
      </p:sp>
      <p:graphicFrame>
        <p:nvGraphicFramePr>
          <p:cNvPr id="80" name="Table 79"/>
          <p:cNvGraphicFramePr>
            <a:graphicFrameLocks noGrp="1"/>
          </p:cNvGraphicFramePr>
          <p:nvPr/>
        </p:nvGraphicFramePr>
        <p:xfrm>
          <a:off x="292608" y="1371600"/>
          <a:ext cx="11045952" cy="4425696"/>
        </p:xfrm>
        <a:graphic>
          <a:graphicData uri="http://schemas.openxmlformats.org/drawingml/2006/table">
            <a:tbl>
              <a:tblPr firstRow="0" bandRow="0"/>
              <a:tblGrid>
                <a:gridCol w="1371600"/>
                <a:gridCol w="1325880"/>
                <a:gridCol w="1463040"/>
                <a:gridCol w="1463040"/>
                <a:gridCol w="1463040"/>
                <a:gridCol w="1500000"/>
                <a:gridCol w="2459352"/>
              </a:tblGrid>
              <a:tr h="402336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نسبة الإنجاز من الإجمالي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إجمالي المستهدف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نسبة الإنجاز التراكمية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المحقق التراكمي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المستهدف التراكمي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تاريخ البداية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اسم المهمة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أنظمة الإنذار ومكافحة الحريق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مكيف الهواء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العناصر المعمارية والمدنية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أعمال كهربائية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أعمال البستنة وتنسيق المواقع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أعمال صيانة المصاعد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النظافة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صيانة أنظمة تغذية المياه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صيانة أنظمة دورات المياه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الإجمالي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78" name="Title"/>
          <p:cNvSpPr txBox="1"/>
          <p:nvPr/>
        </p:nvSpPr>
        <p:spPr>
          <a:xfrm>
            <a:off x="1563624" y="484632"/>
            <a:ext cx="9656064" cy="8229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2000" b="1" lang="ar-SA">
                <a:solidFill>
                  <a:srgbClr val="000000"/>
                </a:solidFill>
                <a:latin typeface="Tajawal"/>
                <a:cs typeface="Tajawal"/>
              </a:rPr>
              <a:t>أعلى 10 مدارس رفعت بلاغات – جدة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92608" y="914400"/>
            <a:ext cx="548640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1"/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الفترة: 27 سبتمبر – 3 أكتوبر 2026</a:t>
            </a:r>
          </a:p>
        </p:txBody>
      </p:sp>
      <p:graphicFrame>
        <p:nvGraphicFramePr>
          <p:cNvPr id="80" name="Table 79"/>
          <p:cNvGraphicFramePr>
            <a:graphicFrameLocks noGrp="1"/>
          </p:cNvGraphicFramePr>
          <p:nvPr/>
        </p:nvGraphicFramePr>
        <p:xfrm>
          <a:off x="292608" y="1371600"/>
          <a:ext cx="11045952" cy="4727448"/>
        </p:xfrm>
        <a:graphic>
          <a:graphicData uri="http://schemas.openxmlformats.org/drawingml/2006/table">
            <a:tbl>
              <a:tblPr firstRow="0" bandRow="0"/>
              <a:tblGrid>
                <a:gridCol w="1737360"/>
                <a:gridCol w="1737360"/>
                <a:gridCol w="5010912"/>
                <a:gridCol w="1737360"/>
                <a:gridCol w="822960"/>
              </a:tblGrid>
              <a:tr h="429768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منها طارئة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عدد البلاغات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اسم المبنى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الرقم الوزاري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الترتيب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 (3.0%)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33 (1.3%)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المتوسطة السابعة بعد المئة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35100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32 (1.3%)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المتوسطة الثامنة و العشرون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34307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 (7.1%)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28 (1.1%)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الامير خالد بن فهد المتوسطة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32427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26 (1.0%)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المتوسطة الحادية والعشرون بعد المئة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35530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4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 (4.8%)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21 (0.8%)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الطفولة المبكرة بابتدائية البيهقي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134520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5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 (5.0%)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20 (0.8%)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الطفولة المبكرة بابتدائية السادسة والثلاثون بعد المائة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34182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20 (0.8%)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الطفولة المبكرة بابتدائية الثانية والتسعون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34120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7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 (5.3%)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19 (0.8%)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الثانوية السابعة والاربعون - مسارات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344645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8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17 (0.7%)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ابن ماجه الابتدائية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32158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9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 (11.8%)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17 (0.7%)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الثانوية الثانية والخمسون - مسارات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S-M3934470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7AD9C4F6-1753-20C5-8991-4450175D2079}"/>
              </a:ext>
            </a:extLst>
          </p:cNvPr>
          <p:cNvSpPr txBox="1">
            <a:spLocks/>
          </p:cNvSpPr>
          <p:nvPr/>
        </p:nvSpPr>
        <p:spPr>
          <a:xfrm>
            <a:off x="316121" y="4267845"/>
            <a:ext cx="7554556" cy="1134471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eaLnBrk="1" hangingPunct="1">
              <a:lnSpc>
                <a:spcPct val="90000"/>
              </a:lnSpc>
              <a:buClr>
                <a:srgbClr val="0090A2"/>
              </a:buClr>
              <a:buSzPts val="7200"/>
              <a:buFont typeface="Helvetica Neue" panose="02000503000000020004" pitchFamily="2" charset="0"/>
              <a:buNone/>
            </a:pPr>
            <a:r>
              <a:rPr lang="ar-EG" altLang="en-SA" sz="2800" b="1" dirty="0">
                <a:solidFill>
                  <a:schemeClr val="bg1"/>
                </a:solidFill>
                <a:latin typeface="Tajawal" pitchFamily="2" charset="-78"/>
                <a:ea typeface="Helvetica Neue" panose="02000503000000020004" pitchFamily="2" charset="0"/>
                <a:cs typeface="Tajawal" pitchFamily="2" charset="-78"/>
                <a:sym typeface="Helvetica Neue" panose="02000503000000020004" pitchFamily="2" charset="0"/>
              </a:rPr>
              <a:t>تقرير متابعة البلاغات – منطقة مكة المكرمة</a:t>
            </a:r>
            <a:br>
              <a:rPr lang="en-US" altLang="en-SA" sz="2400" b="1" dirty="0">
                <a:solidFill>
                  <a:schemeClr val="bg1"/>
                </a:solidFill>
                <a:latin typeface="Tajawal" pitchFamily="2" charset="-78"/>
                <a:ea typeface="Helvetica Neue" panose="02000503000000020004" pitchFamily="2" charset="0"/>
                <a:cs typeface="Tajawal" pitchFamily="2" charset="-78"/>
                <a:sym typeface="Helvetica Neue" panose="02000503000000020004" pitchFamily="2" charset="0"/>
              </a:rPr>
            </a:br>
            <a:r>
              <a:rPr lang="ar-EG" altLang="en-SA" sz="2400" b="1" dirty="0">
                <a:solidFill>
                  <a:schemeClr val="bg1"/>
                </a:solidFill>
                <a:latin typeface="Tajawal" pitchFamily="2" charset="-78"/>
                <a:ea typeface="Helvetica Neue" panose="02000503000000020004" pitchFamily="2" charset="0"/>
                <a:cs typeface="Tajawal" pitchFamily="2" charset="-78"/>
                <a:sym typeface="Helvetica Neue" panose="02000503000000020004" pitchFamily="2" charset="0"/>
              </a:rPr>
              <a:t>27 سبتمبر – 3 أكتوبر 2026</a:t>
            </a:r>
            <a:endParaRPr lang="en-SA" altLang="en-SA" sz="2400" b="1" dirty="0">
              <a:solidFill>
                <a:srgbClr val="0090A2"/>
              </a:solidFill>
              <a:latin typeface="Tajawal" pitchFamily="2" charset="-78"/>
              <a:ea typeface="Helvetica Neue" panose="02000503000000020004" pitchFamily="2" charset="0"/>
              <a:cs typeface="Tajawal" pitchFamily="2" charset="-78"/>
              <a:sym typeface="Helvetica Neue" panose="02000503000000020004" pitchFamily="2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78" name="Title"/>
          <p:cNvSpPr txBox="1"/>
          <p:nvPr/>
        </p:nvSpPr>
        <p:spPr>
          <a:xfrm>
            <a:off x="1563624" y="484632"/>
            <a:ext cx="9656064" cy="8229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2000" b="1" lang="ar-SA">
                <a:solidFill>
                  <a:srgbClr val="000000"/>
                </a:solidFill>
                <a:latin typeface="Tajawal"/>
                <a:cs typeface="Tajawal"/>
              </a:rPr>
              <a:t>نظرة عامة على البلاغات – جدة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92608" y="914400"/>
            <a:ext cx="548640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1"/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الفترة: 27 سبتمبر – 3 أكتوبر 2026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748522" y="1371600"/>
            <a:ext cx="2590038" cy="1572768"/>
          </a:xfrm>
          <a:prstGeom prst="roundRect">
            <a:avLst>
              <a:gd name="adj" fmla="val 10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1045952" y="1554480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839962" y="1517904"/>
            <a:ext cx="2407158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FFFFFF"/>
                </a:solidFill>
                <a:latin typeface="Tajawal"/>
                <a:cs typeface="Tajawal"/>
              </a:rPr>
              <a:t>2,528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39962" y="2267712"/>
            <a:ext cx="2407158" cy="612647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FFFFFF"/>
                </a:solidFill>
                <a:latin typeface="Tajawal"/>
                <a:cs typeface="Tajawal"/>
              </a:rPr>
              <a:t>البلاغات الأسبوعية</a:t>
            </a:r>
          </a:p>
          <a:p>
            <a:pPr algn="ctr" rtl="1"/>
            <a:r>
              <a:rPr sz="1100" b="0" lang="ar-SA">
                <a:solidFill>
                  <a:srgbClr val="C3D5D1"/>
                </a:solidFill>
                <a:latin typeface="Tajawal"/>
                <a:cs typeface="Tajawal"/>
              </a:rPr>
              <a:t>35.8% من إجمالي القطاع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929884" y="1371600"/>
            <a:ext cx="2590038" cy="1572768"/>
          </a:xfrm>
          <a:prstGeom prst="roundRect">
            <a:avLst>
              <a:gd name="adj" fmla="val 10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227314" y="1554480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021324" y="1517904"/>
            <a:ext cx="2407158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FFFFFF"/>
                </a:solidFill>
                <a:latin typeface="Tajawal"/>
                <a:cs typeface="Tajawal"/>
              </a:rP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21324" y="2267712"/>
            <a:ext cx="2407158" cy="612647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FFFFFF"/>
                </a:solidFill>
                <a:latin typeface="Tajawal"/>
                <a:cs typeface="Tajawal"/>
              </a:rPr>
              <a:t>التراكمي من بداية الشهر</a:t>
            </a:r>
          </a:p>
          <a:p>
            <a:pPr algn="ctr" rtl="1"/>
            <a:r>
              <a:rPr sz="1100" b="0" lang="ar-SA">
                <a:solidFill>
                  <a:srgbClr val="C3D5D1"/>
                </a:solidFill>
                <a:latin typeface="Tajawal"/>
                <a:cs typeface="Tajawal"/>
              </a:rPr>
              <a:t>إجمالي البلاغات منذ بداية الشهر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111246" y="1371600"/>
            <a:ext cx="2590038" cy="1572768"/>
          </a:xfrm>
          <a:prstGeom prst="roundRect">
            <a:avLst>
              <a:gd name="adj" fmla="val 10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408675" y="1554480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202686" y="1517904"/>
            <a:ext cx="2407158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FFFFFF"/>
                </a:solidFill>
                <a:latin typeface="Tajawal"/>
                <a:cs typeface="Tajawal"/>
              </a:rPr>
              <a:t>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202686" y="2267712"/>
            <a:ext cx="2407158" cy="612647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FFFFFF"/>
                </a:solidFill>
                <a:latin typeface="Tajawal"/>
                <a:cs typeface="Tajawal"/>
              </a:rPr>
              <a:t>الالتزام بمستوى الخدمة SLA</a:t>
            </a:r>
          </a:p>
          <a:p>
            <a:pPr algn="ctr" rtl="1"/>
            <a:r>
              <a:rPr sz="1100" b="0" lang="ar-SA">
                <a:solidFill>
                  <a:srgbClr val="C3D5D1"/>
                </a:solidFill>
                <a:latin typeface="Tajawal"/>
                <a:cs typeface="Tajawal"/>
              </a:rPr>
              <a:t>نسبة البلاغات ضمن SLA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92608" y="1371600"/>
            <a:ext cx="2590038" cy="1572768"/>
          </a:xfrm>
          <a:prstGeom prst="roundRect">
            <a:avLst>
              <a:gd name="adj" fmla="val 10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2590038" y="1554480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84048" y="1517904"/>
            <a:ext cx="2407158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FFFFFF"/>
                </a:solidFill>
                <a:latin typeface="Tajawal"/>
                <a:cs typeface="Tajawal"/>
              </a:rPr>
              <a:t>51.6%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84048" y="2267712"/>
            <a:ext cx="2407158" cy="612647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FFFFFF"/>
                </a:solidFill>
                <a:latin typeface="Tajawal"/>
                <a:cs typeface="Tajawal"/>
              </a:rPr>
              <a:t>نسبة رضا المستفيد</a:t>
            </a:r>
          </a:p>
          <a:p>
            <a:pPr algn="ctr" rtl="1"/>
            <a:r>
              <a:rPr sz="1100" b="0" lang="ar-SA">
                <a:solidFill>
                  <a:srgbClr val="C3D5D1"/>
                </a:solidFill>
                <a:latin typeface="Tajawal"/>
                <a:cs typeface="Tajawal"/>
              </a:rPr>
              <a:t>متوسط التقييم 2.58 / 5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748522" y="3108960"/>
            <a:ext cx="2590038" cy="56692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858250" y="3108960"/>
            <a:ext cx="237058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700" b="1" lang="ar-SA">
                <a:solidFill>
                  <a:srgbClr val="17355C"/>
                </a:solidFill>
                <a:latin typeface="Tajawal"/>
                <a:cs typeface="Tajawal"/>
              </a:rPr>
              <a:t>208  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بلاغات طارئة (8.2%)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929884" y="3108960"/>
            <a:ext cx="2590038" cy="56692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039612" y="3108960"/>
            <a:ext cx="237058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700" b="1" lang="ar-SA">
                <a:solidFill>
                  <a:srgbClr val="17355C"/>
                </a:solidFill>
                <a:latin typeface="Tajawal"/>
                <a:cs typeface="Tajawal"/>
              </a:rPr>
              <a:t>89  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بلاغات أُعيد فتحها (3.5%)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111246" y="3108960"/>
            <a:ext cx="2590038" cy="56692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220974" y="3108960"/>
            <a:ext cx="237058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700" b="1" lang="ar-SA">
                <a:solidFill>
                  <a:srgbClr val="17355C"/>
                </a:solidFill>
                <a:latin typeface="Tajawal"/>
                <a:cs typeface="Tajawal"/>
              </a:rPr>
              <a:t>235  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قيد موافقة الاستشاري (9.3%)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92608" y="3108960"/>
            <a:ext cx="2590038" cy="56692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02336" y="3108960"/>
            <a:ext cx="237058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700" b="1" lang="ar-SA">
                <a:solidFill>
                  <a:srgbClr val="17355C"/>
                </a:solidFill>
                <a:latin typeface="Tajawal"/>
                <a:cs typeface="Tajawal"/>
              </a:rPr>
              <a:t>565  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عدد المباني التعليمية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92608" y="3840480"/>
            <a:ext cx="1104595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600" b="1" lang="ar-SA">
                <a:solidFill>
                  <a:srgbClr val="17355C"/>
                </a:solidFill>
                <a:latin typeface="Tajawal"/>
                <a:cs typeface="Tajawal"/>
              </a:rPr>
              <a:t>بلاغات الأمن والسلامة</a:t>
            </a:r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     331 بلاغ  ·  41.6% من بلاغات الأمن والسلامة في القطاع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8748522" y="4315968"/>
            <a:ext cx="2590038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885682" y="4453128"/>
            <a:ext cx="2315718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17355C"/>
                </a:solidFill>
                <a:latin typeface="Tajawal"/>
                <a:cs typeface="Tajawal"/>
              </a:rPr>
              <a:t>173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885682" y="5093207"/>
            <a:ext cx="2315718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1F2A37"/>
                </a:solidFill>
                <a:latin typeface="Tajawal"/>
                <a:cs typeface="Tajawal"/>
              </a:rPr>
              <a:t>أنظمة الأمن والسلامة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9022842" y="5532120"/>
            <a:ext cx="2041398" cy="118872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9997285" y="5532120"/>
            <a:ext cx="1066954" cy="118872"/>
          </a:xfrm>
          <a:prstGeom prst="roundRect">
            <a:avLst>
              <a:gd name="adj" fmla="val 50000"/>
            </a:avLst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885682" y="5687568"/>
            <a:ext cx="2315718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000" b="0" lang="ar-SA">
                <a:solidFill>
                  <a:srgbClr val="5A6B7A"/>
                </a:solidFill>
                <a:latin typeface="Tajawal"/>
                <a:cs typeface="Tajawal"/>
              </a:rPr>
              <a:t>52.3% من بلاغات الأمن والسلامة بالمنطقة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5929884" y="4315968"/>
            <a:ext cx="2590038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067044" y="4453128"/>
            <a:ext cx="2315718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17355C"/>
                </a:solidFill>
                <a:latin typeface="Tajawal"/>
                <a:cs typeface="Tajawal"/>
              </a:rPr>
              <a:t>102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067044" y="5093207"/>
            <a:ext cx="2315718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1F2A37"/>
                </a:solidFill>
                <a:latin typeface="Tajawal"/>
                <a:cs typeface="Tajawal"/>
              </a:rPr>
              <a:t>أعمال الكهرباء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204204" y="5532120"/>
            <a:ext cx="2041398" cy="118872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7616530" y="5532120"/>
            <a:ext cx="629071" cy="118872"/>
          </a:xfrm>
          <a:prstGeom prst="roundRect">
            <a:avLst>
              <a:gd name="adj" fmla="val 50000"/>
            </a:avLst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067044" y="5687568"/>
            <a:ext cx="2315718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000" b="0" lang="ar-SA">
                <a:solidFill>
                  <a:srgbClr val="5A6B7A"/>
                </a:solidFill>
                <a:latin typeface="Tajawal"/>
                <a:cs typeface="Tajawal"/>
              </a:rPr>
              <a:t>30.8% من بلاغات الأمن والسلامة بالمنطقة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3111246" y="4315968"/>
            <a:ext cx="2590038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248406" y="4453128"/>
            <a:ext cx="2315718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17355C"/>
                </a:solidFill>
                <a:latin typeface="Tajawal"/>
                <a:cs typeface="Tajawal"/>
              </a:rPr>
              <a:t>50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248406" y="5093207"/>
            <a:ext cx="2315718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1F2A37"/>
                </a:solidFill>
                <a:latin typeface="Tajawal"/>
                <a:cs typeface="Tajawal"/>
              </a:rPr>
              <a:t>مخارج الطوارئ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385565" y="5532120"/>
            <a:ext cx="2041398" cy="118872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5118595" y="5532120"/>
            <a:ext cx="308368" cy="118872"/>
          </a:xfrm>
          <a:prstGeom prst="roundRect">
            <a:avLst>
              <a:gd name="adj" fmla="val 50000"/>
            </a:avLst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248406" y="5687568"/>
            <a:ext cx="2315718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000" b="0" lang="ar-SA">
                <a:solidFill>
                  <a:srgbClr val="5A6B7A"/>
                </a:solidFill>
                <a:latin typeface="Tajawal"/>
                <a:cs typeface="Tajawal"/>
              </a:rPr>
              <a:t>15.1% من بلاغات الأمن والسلامة بالمنطقة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92608" y="4315968"/>
            <a:ext cx="2590038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429768" y="4453128"/>
            <a:ext cx="2315718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17355C"/>
                </a:solidFill>
                <a:latin typeface="Tajawal"/>
                <a:cs typeface="Tajawal"/>
              </a:rPr>
              <a:t>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9768" y="5093207"/>
            <a:ext cx="2315718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1F2A37"/>
                </a:solidFill>
                <a:latin typeface="Tajawal"/>
                <a:cs typeface="Tajawal"/>
              </a:rPr>
              <a:t>المصاعد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66928" y="5532120"/>
            <a:ext cx="2041398" cy="118872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2571321" y="5532120"/>
            <a:ext cx="37004" cy="118872"/>
          </a:xfrm>
          <a:prstGeom prst="roundRect">
            <a:avLst>
              <a:gd name="adj" fmla="val 50000"/>
            </a:avLst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29768" y="5687568"/>
            <a:ext cx="2315718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000" b="0" lang="ar-SA">
                <a:solidFill>
                  <a:srgbClr val="5A6B7A"/>
                </a:solidFill>
                <a:latin typeface="Tajawal"/>
                <a:cs typeface="Tajawal"/>
              </a:rPr>
              <a:t>1.8% من بلاغات الأمن والسلامة بالمنطقة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78" name="Title"/>
          <p:cNvSpPr txBox="1"/>
          <p:nvPr/>
        </p:nvSpPr>
        <p:spPr>
          <a:xfrm>
            <a:off x="1563624" y="484632"/>
            <a:ext cx="9656064" cy="8229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2000" b="1" lang="ar-SA">
                <a:solidFill>
                  <a:srgbClr val="000000"/>
                </a:solidFill>
                <a:latin typeface="Tajawal"/>
                <a:cs typeface="Tajawal"/>
              </a:rPr>
              <a:t>اتجاه البلاغات والأولوية – مكة المكرمة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92608" y="914400"/>
            <a:ext cx="548640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1"/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آخر 4 أسابيع: 6 سبتمبر – 3 أكتوبر 2026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041648" y="1371600"/>
            <a:ext cx="729691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1009376" y="1591056"/>
            <a:ext cx="118872" cy="118872"/>
          </a:xfrm>
          <a:prstGeom prst="ellipse">
            <a:avLst/>
          </a:prstGeom>
          <a:solidFill>
            <a:srgbClr val="173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224528" y="1481328"/>
            <a:ext cx="6702552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500" b="1" lang="ar-SA">
                <a:solidFill>
                  <a:srgbClr val="17355C"/>
                </a:solidFill>
                <a:latin typeface="Tajawal"/>
                <a:cs typeface="Tajawal"/>
              </a:rPr>
              <a:t>عدد البلاغات أسبوعياً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   6 سبتمبر – 3 أكتوبر</a:t>
            </a:r>
          </a:p>
        </p:txBody>
      </p:sp>
      <p:graphicFrame>
        <p:nvGraphicFramePr>
          <p:cNvPr id="83" name="Chart 82"/>
          <p:cNvGraphicFramePr>
            <a:graphicFrameLocks noGrp="1"/>
          </p:cNvGraphicFramePr>
          <p:nvPr/>
        </p:nvGraphicFramePr>
        <p:xfrm>
          <a:off x="4224528" y="1783080"/>
          <a:ext cx="6931152" cy="2514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4" name="Rounded Rectangle 83"/>
          <p:cNvSpPr/>
          <p:nvPr/>
        </p:nvSpPr>
        <p:spPr>
          <a:xfrm>
            <a:off x="4041648" y="4572000"/>
            <a:ext cx="729691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1009376" y="4791456"/>
            <a:ext cx="118872" cy="118872"/>
          </a:xfrm>
          <a:prstGeom prst="ellipse">
            <a:avLst/>
          </a:prstGeom>
          <a:solidFill>
            <a:srgbClr val="173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224528" y="4681728"/>
            <a:ext cx="6702552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500" b="1" lang="ar-SA">
                <a:solidFill>
                  <a:srgbClr val="17355C"/>
                </a:solidFill>
                <a:latin typeface="Tajawal"/>
                <a:cs typeface="Tajawal"/>
              </a:rPr>
              <a:t>أولوية البلاغات – الأسبوع الحالي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899812" y="5138928"/>
            <a:ext cx="6072987" cy="329184"/>
          </a:xfrm>
          <a:prstGeom prst="rect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407408" y="5138928"/>
            <a:ext cx="492404" cy="329184"/>
          </a:xfrm>
          <a:prstGeom prst="rect">
            <a:avLst/>
          </a:prstGeom>
          <a:solidFill>
            <a:srgbClr val="E0A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680960" y="5532120"/>
            <a:ext cx="3291840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800" b="1" lang="ar-SA">
                <a:solidFill>
                  <a:srgbClr val="17355C"/>
                </a:solidFill>
                <a:latin typeface="Tajawal"/>
                <a:cs typeface="Tajawal"/>
              </a:rPr>
              <a:t>2,111</a:t>
            </a:r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  روتيني (92.5%)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07408" y="5532120"/>
            <a:ext cx="3291840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1"/>
            <a:r>
              <a:rPr sz="1800" b="1" lang="ar-SA">
                <a:solidFill>
                  <a:srgbClr val="C07F2A"/>
                </a:solidFill>
                <a:latin typeface="Tajawal"/>
                <a:cs typeface="Tajawal"/>
              </a:rPr>
              <a:t>170</a:t>
            </a:r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  طارئ (7.5%)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92608" y="137160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3520440" y="1554480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29768" y="1481328"/>
            <a:ext cx="324612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2800" b="1" lang="ar-SA">
                <a:solidFill>
                  <a:srgbClr val="F2C27B"/>
                </a:solidFill>
                <a:latin typeface="Tajawal"/>
                <a:cs typeface="Tajawal"/>
              </a:rPr>
              <a:t>+44.8%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9768" y="2103120"/>
            <a:ext cx="324612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FFFFFF"/>
                </a:solidFill>
                <a:latin typeface="Tajawal"/>
                <a:cs typeface="Tajawal"/>
              </a:rPr>
              <a:t>التغير عن الأسبوع السابق</a:t>
            </a:r>
          </a:p>
          <a:p>
            <a:pPr algn="ctr" rtl="1"/>
            <a:r>
              <a:rPr sz="1100" b="0" lang="ar-SA">
                <a:solidFill>
                  <a:srgbClr val="C3D5D1"/>
                </a:solidFill>
                <a:latin typeface="Tajawal"/>
                <a:cs typeface="Tajawal"/>
              </a:rPr>
              <a:t>2,281 مقابل 1,575 بلاغ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92608" y="301752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3520440" y="3200400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9768" y="3127248"/>
            <a:ext cx="324612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2800" b="1" lang="ar-SA">
                <a:solidFill>
                  <a:srgbClr val="A8D5B5"/>
                </a:solidFill>
                <a:latin typeface="Tajawal"/>
                <a:cs typeface="Tajawal"/>
              </a:rPr>
              <a:t>-15.0%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9768" y="3749039"/>
            <a:ext cx="324612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FFFFFF"/>
                </a:solidFill>
                <a:latin typeface="Tajawal"/>
                <a:cs typeface="Tajawal"/>
              </a:rPr>
              <a:t>التغير عن الأسبوع الأول</a:t>
            </a:r>
          </a:p>
          <a:p>
            <a:pPr algn="ctr" rtl="1"/>
            <a:r>
              <a:rPr sz="1100" b="0" lang="ar-SA">
                <a:solidFill>
                  <a:srgbClr val="C3D5D1"/>
                </a:solidFill>
                <a:latin typeface="Tajawal"/>
                <a:cs typeface="Tajawal"/>
              </a:rPr>
              <a:t>2,281 مقابل 2,683 بلاغ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92608" y="4663440"/>
            <a:ext cx="3520440" cy="150876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520440" y="4846320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29768" y="4773168"/>
            <a:ext cx="324612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2800" b="1" lang="ar-SA">
                <a:solidFill>
                  <a:srgbClr val="FFFFFF"/>
                </a:solidFill>
                <a:latin typeface="Tajawal"/>
                <a:cs typeface="Tajawal"/>
              </a:rPr>
              <a:t>9,427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29768" y="5394959"/>
            <a:ext cx="3246120" cy="73151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FFFFFF"/>
                </a:solidFill>
                <a:latin typeface="Tajawal"/>
                <a:cs typeface="Tajawal"/>
              </a:rPr>
              <a:t>إجمالي آخر 4 أسابيع</a:t>
            </a:r>
          </a:p>
          <a:p>
            <a:pPr algn="ctr" rtl="1"/>
            <a:r>
              <a:rPr sz="1100" b="0" lang="ar-SA">
                <a:solidFill>
                  <a:srgbClr val="C3D5D1"/>
                </a:solidFill>
                <a:latin typeface="Tajawal"/>
                <a:cs typeface="Tajawal"/>
              </a:rPr>
              <a:t>6 سبتمبر – 3 أكتوبر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78" name="Title"/>
          <p:cNvSpPr txBox="1"/>
          <p:nvPr/>
        </p:nvSpPr>
        <p:spPr>
          <a:xfrm>
            <a:off x="1563624" y="484632"/>
            <a:ext cx="9656064" cy="8229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2000" b="1" lang="ar-SA">
                <a:solidFill>
                  <a:srgbClr val="000000"/>
                </a:solidFill>
                <a:latin typeface="Tajawal"/>
                <a:cs typeface="Tajawal"/>
              </a:rPr>
              <a:t>جودة الخدمة وزيارات الاستشاري – جدة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92608" y="914400"/>
            <a:ext cx="548640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1"/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الفترة: 27 سبتمبر – 3 أكتوبر 2026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952744" y="1371600"/>
            <a:ext cx="538581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1009376" y="1591056"/>
            <a:ext cx="118872" cy="118872"/>
          </a:xfrm>
          <a:prstGeom prst="ellipse">
            <a:avLst/>
          </a:prstGeom>
          <a:solidFill>
            <a:srgbClr val="173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135624" y="1481328"/>
            <a:ext cx="4791455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500" b="1" lang="ar-SA">
                <a:solidFill>
                  <a:srgbClr val="17355C"/>
                </a:solidFill>
                <a:latin typeface="Tajawal"/>
                <a:cs typeface="Tajawal"/>
              </a:rPr>
              <a:t>جودة الإغلاق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   البلاغات المعاد فتحها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326880" y="1920240"/>
            <a:ext cx="182880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600" b="1" lang="ar-SA">
                <a:solidFill>
                  <a:srgbClr val="17355C"/>
                </a:solidFill>
                <a:latin typeface="Tajawal"/>
                <a:cs typeface="Tajawal"/>
              </a:rPr>
              <a:t>89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26880" y="2633472"/>
            <a:ext cx="182880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200" b="1" lang="ar-SA">
                <a:solidFill>
                  <a:srgbClr val="1F2A37"/>
                </a:solidFill>
                <a:latin typeface="Tajawal"/>
                <a:cs typeface="Tajawal"/>
              </a:rPr>
              <a:t>بلاغ أُعيد فتحه</a:t>
            </a:r>
          </a:p>
          <a:p>
            <a:pPr algn="ctr" rtl="1"/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3.5% من بلاغات المنطقة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27064" y="1950000"/>
            <a:ext cx="2825496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200" b="1" lang="ar-SA">
                <a:solidFill>
                  <a:srgbClr val="1F2A37"/>
                </a:solidFill>
                <a:latin typeface="Tajawal"/>
                <a:cs typeface="Tajawal"/>
              </a:rPr>
              <a:t>تكرار 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227064" y="1950000"/>
            <a:ext cx="2825496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0"/>
            <a:r>
              <a:rPr sz="1200" b="1" lang="ar-SA">
                <a:solidFill>
                  <a:srgbClr val="17355C"/>
                </a:solidFill>
                <a:latin typeface="Tajawal"/>
                <a:cs typeface="Tajawal"/>
              </a:rPr>
              <a:t>73  (82%)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227064" y="2279184"/>
            <a:ext cx="2825496" cy="128016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6735653" y="2279184"/>
            <a:ext cx="2316906" cy="128016"/>
          </a:xfrm>
          <a:prstGeom prst="roundRect">
            <a:avLst>
              <a:gd name="adj" fmla="val 50000"/>
            </a:avLst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27064" y="2420000"/>
            <a:ext cx="2825496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200" b="1" lang="ar-SA">
                <a:solidFill>
                  <a:srgbClr val="1F2A37"/>
                </a:solidFill>
                <a:latin typeface="Tajawal"/>
                <a:cs typeface="Tajawal"/>
              </a:rPr>
              <a:t>تكرار 2 إلى 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227064" y="2420000"/>
            <a:ext cx="2825496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0"/>
            <a:r>
              <a:rPr sz="1200" b="1" lang="ar-SA">
                <a:solidFill>
                  <a:srgbClr val="17355C"/>
                </a:solidFill>
                <a:latin typeface="Tajawal"/>
                <a:cs typeface="Tajawal"/>
              </a:rPr>
              <a:t>16  (18%)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227064" y="2749184"/>
            <a:ext cx="2825496" cy="128016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8543970" y="2749184"/>
            <a:ext cx="508589" cy="128016"/>
          </a:xfrm>
          <a:prstGeom prst="roundRect">
            <a:avLst>
              <a:gd name="adj" fmla="val 50000"/>
            </a:avLst>
          </a:prstGeom>
          <a:solidFill>
            <a:srgbClr val="E0A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w3 115"/>
          <p:cNvSpPr txBox="1"/>
          <p:nvPr/>
        </p:nvSpPr>
        <p:spPr>
          <a:xfrm>
            <a:off x="6227064" y="2890000"/>
            <a:ext cx="2825496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200" b="1" lang="ar-SA">
                <a:solidFill>
                  <a:srgbClr val="1F2A37"/>
                </a:solidFill>
                <a:latin typeface="Tajawal"/>
                <a:cs typeface="Tajawal"/>
              </a:rPr>
              <a:t>تكرار 4 إلى 8</a:t>
            </a:r>
          </a:p>
        </p:txBody>
      </p:sp>
      <p:sp>
        <p:nvSpPr>
          <p:cNvPr id="116" name="Row3 116"/>
          <p:cNvSpPr txBox="1"/>
          <p:nvPr/>
        </p:nvSpPr>
        <p:spPr>
          <a:xfrm>
            <a:off x="6227064" y="2890000"/>
            <a:ext cx="2825496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0"/>
            <a:r>
              <a:rPr sz="1200" b="1" lang="ar-SA">
                <a:solidFill>
                  <a:srgbClr val="17355C"/>
                </a:solidFill>
                <a:latin typeface="Tajawal"/>
                <a:cs typeface="Tajawal"/>
              </a:rPr>
              <a:t>16  (18%)</a:t>
            </a:r>
          </a:p>
        </p:txBody>
      </p:sp>
      <p:sp>
        <p:nvSpPr>
          <p:cNvPr id="117" name="Row3 117"/>
          <p:cNvSpPr/>
          <p:nvPr/>
        </p:nvSpPr>
        <p:spPr>
          <a:xfrm>
            <a:off x="6227064" y="3219184"/>
            <a:ext cx="2825496" cy="128016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w3 118"/>
          <p:cNvSpPr/>
          <p:nvPr/>
        </p:nvSpPr>
        <p:spPr>
          <a:xfrm>
            <a:off x="8543970" y="3219184"/>
            <a:ext cx="508589" cy="128016"/>
          </a:xfrm>
          <a:prstGeom prst="roundRect">
            <a:avLst>
              <a:gd name="adj" fmla="val 50000"/>
            </a:avLst>
          </a:prstGeom>
          <a:solidFill>
            <a:srgbClr val="C07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292608" y="1371600"/>
            <a:ext cx="538581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5349240" y="1591056"/>
            <a:ext cx="118872" cy="118872"/>
          </a:xfrm>
          <a:prstGeom prst="ellipse">
            <a:avLst/>
          </a:prstGeom>
          <a:solidFill>
            <a:srgbClr val="173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5488" y="1481328"/>
            <a:ext cx="4791455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500" b="1" lang="ar-SA">
                <a:solidFill>
                  <a:srgbClr val="17355C"/>
                </a:solidFill>
                <a:latin typeface="Tajawal"/>
                <a:cs typeface="Tajawal"/>
              </a:rPr>
              <a:t>مؤشر رضا المستفيد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   من استبيان إغلاق الحالة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300984" y="1920240"/>
            <a:ext cx="2194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600" b="1" lang="ar-SA">
                <a:solidFill>
                  <a:srgbClr val="C07F2A"/>
                </a:solidFill>
                <a:latin typeface="Tajawal"/>
                <a:cs typeface="Tajawal"/>
              </a:rPr>
              <a:t>51.6%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300984" y="2670048"/>
            <a:ext cx="21945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200" b="1" lang="ar-SA">
                <a:solidFill>
                  <a:srgbClr val="1F2A37"/>
                </a:solidFill>
                <a:latin typeface="Tajawal"/>
                <a:cs typeface="Tajawal"/>
              </a:rPr>
              <a:t>نسبة رضا المستفيد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483864" y="3090672"/>
            <a:ext cx="1828800" cy="128016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4369003" y="3090672"/>
            <a:ext cx="943660" cy="128016"/>
          </a:xfrm>
          <a:prstGeom prst="roundRect">
            <a:avLst>
              <a:gd name="adj" fmla="val 50000"/>
            </a:avLst>
          </a:prstGeom>
          <a:solidFill>
            <a:srgbClr val="E0A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566928" y="1965960"/>
            <a:ext cx="2551175" cy="1280160"/>
          </a:xfrm>
          <a:prstGeom prst="roundRect">
            <a:avLst>
              <a:gd name="adj" fmla="val 10000"/>
            </a:avLst>
          </a:prstGeom>
          <a:solidFill>
            <a:srgbClr val="F3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66928" y="2011680"/>
            <a:ext cx="2551175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2800" b="1" lang="ar-SA">
                <a:solidFill>
                  <a:srgbClr val="17355C"/>
                </a:solidFill>
                <a:latin typeface="Tajawal"/>
                <a:cs typeface="Tajawal"/>
              </a:rPr>
              <a:t>2.58</a:t>
            </a:r>
            <a:r>
              <a:rPr sz="1600" b="0" lang="ar-SA">
                <a:solidFill>
                  <a:srgbClr val="5A6B7A"/>
                </a:solidFill>
                <a:latin typeface="Tajawal"/>
                <a:cs typeface="Tajawal"/>
              </a:rPr>
              <a:t>  من 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66928" y="2606040"/>
            <a:ext cx="2551175" cy="3200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متوسط تقييم الحالة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73835" y="2944368"/>
            <a:ext cx="1737360" cy="237744"/>
          </a:xfrm>
          <a:prstGeom prst="roundRect">
            <a:avLst>
              <a:gd name="adj" fmla="val 50000"/>
            </a:avLst>
          </a:prstGeom>
          <a:solidFill>
            <a:srgbClr val="FBE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73835" y="2944368"/>
            <a:ext cx="17373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/>
            <a:r>
              <a:rPr sz="1000" b="1" lang="ar-SA">
                <a:solidFill>
                  <a:srgbClr val="C07F2A"/>
                </a:solidFill>
                <a:latin typeface="Tajawal"/>
                <a:cs typeface="Tajawal"/>
              </a:rPr>
              <a:t>الأقل رضا بين المناطق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292608" y="3657600"/>
            <a:ext cx="11045952" cy="2560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1009376" y="3877056"/>
            <a:ext cx="118872" cy="118872"/>
          </a:xfrm>
          <a:prstGeom prst="ellipse">
            <a:avLst/>
          </a:prstGeom>
          <a:solidFill>
            <a:srgbClr val="173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5488" y="3767328"/>
            <a:ext cx="10451592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500" b="1" lang="ar-SA">
                <a:solidFill>
                  <a:srgbClr val="17355C"/>
                </a:solidFill>
                <a:latin typeface="Tajawal"/>
                <a:cs typeface="Tajawal"/>
              </a:rPr>
              <a:t>الزيارات الميدانية للاستشاري على نظام TFMP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   الزيارات التفتيشية – سبتمبر 2026</a:t>
            </a:r>
          </a:p>
        </p:txBody>
      </p:sp>
      <p:graphicFrame>
        <p:nvGraphicFramePr>
          <p:cNvPr id="108" name="Table 107"/>
          <p:cNvGraphicFramePr>
            <a:graphicFrameLocks noGrp="1"/>
          </p:cNvGraphicFramePr>
          <p:nvPr/>
        </p:nvGraphicFramePr>
        <p:xfrm>
          <a:off x="3703320" y="4251960"/>
          <a:ext cx="7406639" cy="1700784"/>
        </p:xfrm>
        <a:graphic>
          <a:graphicData uri="http://schemas.openxmlformats.org/drawingml/2006/table">
            <a:tbl>
              <a:tblPr firstRow="0" bandRow="0"/>
              <a:tblGrid>
                <a:gridCol w="1554480"/>
                <a:gridCol w="1325880"/>
                <a:gridCol w="1325880"/>
                <a:gridCol w="1325880"/>
                <a:gridCol w="1874519"/>
              </a:tblGrid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نسبة الإنجاز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المتبقي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المكتمل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المخطط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الأسبوع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49.2%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121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117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238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الأسبوع الثالث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50.0%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119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119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238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الأسبوع الرابع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</a:tbl>
          </a:graphicData>
        </a:graphic>
      </p:graphicFrame>
      <p:sp>
        <p:nvSpPr>
          <p:cNvPr id="109" name="Rounded Rectangle 108"/>
          <p:cNvSpPr/>
          <p:nvPr/>
        </p:nvSpPr>
        <p:spPr>
          <a:xfrm>
            <a:off x="521208" y="4206240"/>
            <a:ext cx="2907792" cy="1828800"/>
          </a:xfrm>
          <a:prstGeom prst="roundRect">
            <a:avLst>
              <a:gd name="adj" fmla="val 8000"/>
            </a:avLst>
          </a:prstGeom>
          <a:solidFill>
            <a:srgbClr val="F3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21208" y="4297680"/>
            <a:ext cx="2907792" cy="3200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200" b="1" lang="ar-SA">
                <a:solidFill>
                  <a:srgbClr val="1F2A37"/>
                </a:solidFill>
                <a:latin typeface="Tajawal"/>
                <a:cs typeface="Tajawal"/>
              </a:rPr>
              <a:t>نسبة إنجاز الأسبوع الرابع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21208" y="4617720"/>
            <a:ext cx="2907792" cy="6858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200" b="1" lang="ar-SA">
                <a:solidFill>
                  <a:srgbClr val="C07F2A"/>
                </a:solidFill>
                <a:latin typeface="Tajawal"/>
                <a:cs typeface="Tajawal"/>
              </a:rPr>
              <a:t>50.0%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886968" y="5349240"/>
            <a:ext cx="2176272" cy="128016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1975104" y="5349240"/>
            <a:ext cx="1088136" cy="128016"/>
          </a:xfrm>
          <a:prstGeom prst="roundRect">
            <a:avLst>
              <a:gd name="adj" fmla="val 50000"/>
            </a:avLst>
          </a:prstGeom>
          <a:solidFill>
            <a:srgbClr val="E0A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21208" y="5559552"/>
            <a:ext cx="2907792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ارتفاع 0.8 نقطة عن الأسبوع الثالث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78" name="Title"/>
          <p:cNvSpPr txBox="1"/>
          <p:nvPr/>
        </p:nvSpPr>
        <p:spPr>
          <a:xfrm>
            <a:off x="1563624" y="484632"/>
            <a:ext cx="9656064" cy="8229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2000" b="1" lang="ar-SA">
                <a:solidFill>
                  <a:srgbClr val="000000"/>
                </a:solidFill>
                <a:latin typeface="Tajawal"/>
                <a:cs typeface="Tajawal"/>
              </a:rPr>
              <a:t>خطة الصيانة الوقائية لمقدم الخدمة – سبتمبر – مكة المكرمة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92608" y="914400"/>
            <a:ext cx="731520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1"/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تقرير متابعة أعمال الصيانة الوقائية  ·  الفترة: 1 – 30 سبتمبر 2026</a:t>
            </a:r>
          </a:p>
        </p:txBody>
      </p:sp>
      <p:graphicFrame>
        <p:nvGraphicFramePr>
          <p:cNvPr id="80" name="Table 79"/>
          <p:cNvGraphicFramePr>
            <a:graphicFrameLocks noGrp="1"/>
          </p:cNvGraphicFramePr>
          <p:nvPr/>
        </p:nvGraphicFramePr>
        <p:xfrm>
          <a:off x="292608" y="1371600"/>
          <a:ext cx="11045952" cy="4425696"/>
        </p:xfrm>
        <a:graphic>
          <a:graphicData uri="http://schemas.openxmlformats.org/drawingml/2006/table">
            <a:tbl>
              <a:tblPr firstRow="0" bandRow="0"/>
              <a:tblGrid>
                <a:gridCol w="1371600"/>
                <a:gridCol w="1325880"/>
                <a:gridCol w="1463040"/>
                <a:gridCol w="1463040"/>
                <a:gridCol w="1463040"/>
                <a:gridCol w="1500000"/>
                <a:gridCol w="2459352"/>
              </a:tblGrid>
              <a:tr h="402336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نسبة الإنجاز من الإجمالي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إجمالي المستهدف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نسبة الإنجاز التراكمية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المحقق التراكمي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المستهدف التراكمي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تاريخ البداية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اسم المهمة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أنظمة الإنذار ومكافحة الحريق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مكيف الهواء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العناصر المعمارية والمدنية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أعمال كهربائية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أعمال البستنة وتنسيق المواقع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أعمال صيانة المصاعد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النظافة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صيانة أنظمة تغذية المياه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صيانة أنظمة دورات المياه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الإجمالي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78" name="Title"/>
          <p:cNvSpPr txBox="1"/>
          <p:nvPr/>
        </p:nvSpPr>
        <p:spPr>
          <a:xfrm>
            <a:off x="1563624" y="484632"/>
            <a:ext cx="9656064" cy="8229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2000" b="1" lang="ar-SA">
                <a:solidFill>
                  <a:srgbClr val="000000"/>
                </a:solidFill>
                <a:latin typeface="Tajawal"/>
                <a:cs typeface="Tajawal"/>
              </a:rPr>
              <a:t>أعلى 10 مدارس رفعت بلاغات – مكة المكرمة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92608" y="914400"/>
            <a:ext cx="548640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1"/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الفترة: 27 سبتمبر – 3 أكتوبر 2026</a:t>
            </a:r>
          </a:p>
        </p:txBody>
      </p:sp>
      <p:graphicFrame>
        <p:nvGraphicFramePr>
          <p:cNvPr id="80" name="Table 79"/>
          <p:cNvGraphicFramePr>
            <a:graphicFrameLocks noGrp="1"/>
          </p:cNvGraphicFramePr>
          <p:nvPr/>
        </p:nvGraphicFramePr>
        <p:xfrm>
          <a:off x="292608" y="1371600"/>
          <a:ext cx="11045952" cy="4727448"/>
        </p:xfrm>
        <a:graphic>
          <a:graphicData uri="http://schemas.openxmlformats.org/drawingml/2006/table">
            <a:tbl>
              <a:tblPr firstRow="0" bandRow="0"/>
              <a:tblGrid>
                <a:gridCol w="1737360"/>
                <a:gridCol w="1737360"/>
                <a:gridCol w="5010912"/>
                <a:gridCol w="1737360"/>
                <a:gridCol w="822960"/>
              </a:tblGrid>
              <a:tr h="429768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منها طارئة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عدد البلاغات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اسم المبنى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الرقم الوزاري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الترتيب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25 (1.1%)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الابتدائية السادسة و العشرون بعد المائة بمكة المكرمة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27765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5 (21.7%)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23 (1.0%)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عباد بن بشر المتوسطة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26779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4 (20.0%)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20 (0.9%)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ابتدائية فاطمة بنت عبد الملك بمكة المكرمة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27746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 (5.6%)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18 (0.8%)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محمد بن عبدالوهاب طفولة مبكرة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127939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4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4 (25.0%)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16 (0.7%)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الابتدائية التاسعة والخمسون بمكة المكرمة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27579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5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 (12.5%)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16 (0.7%)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الابتدائية الثامنة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27529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16 (0.7%)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الثانوية الاولى - مسارات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39388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7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16 (0.7%)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المتوسطة السادسة والثلاثون بمكة المكرمة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27858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8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14 (0.6%)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المتوسطة الأربعون بمكة المكرمة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27865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9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14 (0.6%)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الثلاثون بعد المائة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27766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7AD9C4F6-1753-20C5-8991-4450175D2079}"/>
              </a:ext>
            </a:extLst>
          </p:cNvPr>
          <p:cNvSpPr txBox="1">
            <a:spLocks/>
          </p:cNvSpPr>
          <p:nvPr/>
        </p:nvSpPr>
        <p:spPr>
          <a:xfrm>
            <a:off x="316121" y="4267845"/>
            <a:ext cx="7554556" cy="1134471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eaLnBrk="1" hangingPunct="1">
              <a:lnSpc>
                <a:spcPct val="90000"/>
              </a:lnSpc>
              <a:buClr>
                <a:srgbClr val="0090A2"/>
              </a:buClr>
              <a:buSzPts val="7200"/>
              <a:buFont typeface="Helvetica Neue" panose="02000503000000020004" pitchFamily="2" charset="0"/>
              <a:buNone/>
            </a:pPr>
            <a:r>
              <a:rPr lang="ar-EG" altLang="en-SA" sz="2800" b="1" dirty="0">
                <a:solidFill>
                  <a:schemeClr val="bg1"/>
                </a:solidFill>
                <a:latin typeface="Tajawal" pitchFamily="2" charset="-78"/>
                <a:ea typeface="Helvetica Neue" panose="02000503000000020004" pitchFamily="2" charset="0"/>
                <a:cs typeface="Tajawal" pitchFamily="2" charset="-78"/>
                <a:sym typeface="Helvetica Neue" panose="02000503000000020004" pitchFamily="2" charset="0"/>
              </a:rPr>
              <a:t>تقرير متابعة البلاغات – منطقة المدينة المنورة</a:t>
            </a:r>
            <a:br>
              <a:rPr lang="en-US" altLang="en-SA" sz="2400" b="1" dirty="0">
                <a:solidFill>
                  <a:schemeClr val="bg1"/>
                </a:solidFill>
                <a:latin typeface="Tajawal" pitchFamily="2" charset="-78"/>
                <a:ea typeface="Helvetica Neue" panose="02000503000000020004" pitchFamily="2" charset="0"/>
                <a:cs typeface="Tajawal" pitchFamily="2" charset="-78"/>
                <a:sym typeface="Helvetica Neue" panose="02000503000000020004" pitchFamily="2" charset="0"/>
              </a:rPr>
            </a:br>
            <a:r>
              <a:rPr lang="ar-EG" altLang="en-SA" sz="2400" b="1" dirty="0">
                <a:solidFill>
                  <a:schemeClr val="bg1"/>
                </a:solidFill>
                <a:latin typeface="Tajawal" pitchFamily="2" charset="-78"/>
                <a:ea typeface="Helvetica Neue" panose="02000503000000020004" pitchFamily="2" charset="0"/>
                <a:cs typeface="Tajawal" pitchFamily="2" charset="-78"/>
                <a:sym typeface="Helvetica Neue" panose="02000503000000020004" pitchFamily="2" charset="0"/>
              </a:rPr>
              <a:t>27 سبتمبر – 3 أكتوبر 2026</a:t>
            </a:r>
            <a:endParaRPr lang="en-SA" altLang="en-SA" sz="2400" b="1" dirty="0">
              <a:solidFill>
                <a:srgbClr val="0090A2"/>
              </a:solidFill>
              <a:latin typeface="Tajawal" pitchFamily="2" charset="-78"/>
              <a:ea typeface="Helvetica Neue" panose="02000503000000020004" pitchFamily="2" charset="0"/>
              <a:cs typeface="Tajawal" pitchFamily="2" charset="-78"/>
              <a:sym typeface="Helvetica Neue" panose="02000503000000020004" pitchFamily="2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78" name="Title"/>
          <p:cNvSpPr txBox="1"/>
          <p:nvPr/>
        </p:nvSpPr>
        <p:spPr>
          <a:xfrm>
            <a:off x="1563624" y="484632"/>
            <a:ext cx="9656064" cy="8229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2000" b="1" lang="ar-SA">
                <a:solidFill>
                  <a:srgbClr val="000000"/>
                </a:solidFill>
                <a:latin typeface="Tajawal"/>
                <a:cs typeface="Tajawal"/>
              </a:rPr>
              <a:t>نظرة عامة على البلاغات – جدة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92608" y="914400"/>
            <a:ext cx="548640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1"/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الفترة: 27 سبتمبر – 3 أكتوبر 2026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748522" y="1371600"/>
            <a:ext cx="2590038" cy="1572768"/>
          </a:xfrm>
          <a:prstGeom prst="roundRect">
            <a:avLst>
              <a:gd name="adj" fmla="val 10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1045952" y="1554480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839962" y="1517904"/>
            <a:ext cx="2407158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FFFFFF"/>
                </a:solidFill>
                <a:latin typeface="Tajawal"/>
                <a:cs typeface="Tajawal"/>
              </a:rPr>
              <a:t>2,528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39962" y="2267712"/>
            <a:ext cx="2407158" cy="612647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FFFFFF"/>
                </a:solidFill>
                <a:latin typeface="Tajawal"/>
                <a:cs typeface="Tajawal"/>
              </a:rPr>
              <a:t>البلاغات الأسبوعية</a:t>
            </a:r>
          </a:p>
          <a:p>
            <a:pPr algn="ctr" rtl="1"/>
            <a:r>
              <a:rPr sz="1100" b="0" lang="ar-SA">
                <a:solidFill>
                  <a:srgbClr val="C3D5D1"/>
                </a:solidFill>
                <a:latin typeface="Tajawal"/>
                <a:cs typeface="Tajawal"/>
              </a:rPr>
              <a:t>35.8% من إجمالي القطاع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929884" y="1371600"/>
            <a:ext cx="2590038" cy="1572768"/>
          </a:xfrm>
          <a:prstGeom prst="roundRect">
            <a:avLst>
              <a:gd name="adj" fmla="val 10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227314" y="1554480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021324" y="1517904"/>
            <a:ext cx="2407158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FFFFFF"/>
                </a:solidFill>
                <a:latin typeface="Tajawal"/>
                <a:cs typeface="Tajawal"/>
              </a:rP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21324" y="2267712"/>
            <a:ext cx="2407158" cy="612647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FFFFFF"/>
                </a:solidFill>
                <a:latin typeface="Tajawal"/>
                <a:cs typeface="Tajawal"/>
              </a:rPr>
              <a:t>التراكمي من بداية الشهر</a:t>
            </a:r>
          </a:p>
          <a:p>
            <a:pPr algn="ctr" rtl="1"/>
            <a:r>
              <a:rPr sz="1100" b="0" lang="ar-SA">
                <a:solidFill>
                  <a:srgbClr val="C3D5D1"/>
                </a:solidFill>
                <a:latin typeface="Tajawal"/>
                <a:cs typeface="Tajawal"/>
              </a:rPr>
              <a:t>إجمالي البلاغات منذ بداية الشهر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111246" y="1371600"/>
            <a:ext cx="2590038" cy="1572768"/>
          </a:xfrm>
          <a:prstGeom prst="roundRect">
            <a:avLst>
              <a:gd name="adj" fmla="val 10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408675" y="1554480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202686" y="1517904"/>
            <a:ext cx="2407158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FFFFFF"/>
                </a:solidFill>
                <a:latin typeface="Tajawal"/>
                <a:cs typeface="Tajawal"/>
              </a:rPr>
              <a:t>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202686" y="2267712"/>
            <a:ext cx="2407158" cy="612647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FFFFFF"/>
                </a:solidFill>
                <a:latin typeface="Tajawal"/>
                <a:cs typeface="Tajawal"/>
              </a:rPr>
              <a:t>الالتزام بمستوى الخدمة SLA</a:t>
            </a:r>
          </a:p>
          <a:p>
            <a:pPr algn="ctr" rtl="1"/>
            <a:r>
              <a:rPr sz="1100" b="0" lang="ar-SA">
                <a:solidFill>
                  <a:srgbClr val="C3D5D1"/>
                </a:solidFill>
                <a:latin typeface="Tajawal"/>
                <a:cs typeface="Tajawal"/>
              </a:rPr>
              <a:t>نسبة البلاغات ضمن SLA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92608" y="1371600"/>
            <a:ext cx="2590038" cy="1572768"/>
          </a:xfrm>
          <a:prstGeom prst="roundRect">
            <a:avLst>
              <a:gd name="adj" fmla="val 10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2590038" y="1554480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84048" y="1517904"/>
            <a:ext cx="2407158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FFFFFF"/>
                </a:solidFill>
                <a:latin typeface="Tajawal"/>
                <a:cs typeface="Tajawal"/>
              </a:rPr>
              <a:t>51.6%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84048" y="2267712"/>
            <a:ext cx="2407158" cy="612647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FFFFFF"/>
                </a:solidFill>
                <a:latin typeface="Tajawal"/>
                <a:cs typeface="Tajawal"/>
              </a:rPr>
              <a:t>نسبة رضا المستفيد</a:t>
            </a:r>
          </a:p>
          <a:p>
            <a:pPr algn="ctr" rtl="1"/>
            <a:r>
              <a:rPr sz="1100" b="0" lang="ar-SA">
                <a:solidFill>
                  <a:srgbClr val="C3D5D1"/>
                </a:solidFill>
                <a:latin typeface="Tajawal"/>
                <a:cs typeface="Tajawal"/>
              </a:rPr>
              <a:t>متوسط التقييم 2.58 / 5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748522" y="3108960"/>
            <a:ext cx="2590038" cy="56692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858250" y="3108960"/>
            <a:ext cx="237058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700" b="1" lang="ar-SA">
                <a:solidFill>
                  <a:srgbClr val="17355C"/>
                </a:solidFill>
                <a:latin typeface="Tajawal"/>
                <a:cs typeface="Tajawal"/>
              </a:rPr>
              <a:t>208  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بلاغات طارئة (8.2%)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929884" y="3108960"/>
            <a:ext cx="2590038" cy="56692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039612" y="3108960"/>
            <a:ext cx="237058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700" b="1" lang="ar-SA">
                <a:solidFill>
                  <a:srgbClr val="17355C"/>
                </a:solidFill>
                <a:latin typeface="Tajawal"/>
                <a:cs typeface="Tajawal"/>
              </a:rPr>
              <a:t>89  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بلاغات أُعيد فتحها (3.5%)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111246" y="3108960"/>
            <a:ext cx="2590038" cy="56692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220974" y="3108960"/>
            <a:ext cx="237058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700" b="1" lang="ar-SA">
                <a:solidFill>
                  <a:srgbClr val="17355C"/>
                </a:solidFill>
                <a:latin typeface="Tajawal"/>
                <a:cs typeface="Tajawal"/>
              </a:rPr>
              <a:t>235  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قيد موافقة الاستشاري (9.3%)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92608" y="3108960"/>
            <a:ext cx="2590038" cy="56692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02336" y="3108960"/>
            <a:ext cx="237058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700" b="1" lang="ar-SA">
                <a:solidFill>
                  <a:srgbClr val="17355C"/>
                </a:solidFill>
                <a:latin typeface="Tajawal"/>
                <a:cs typeface="Tajawal"/>
              </a:rPr>
              <a:t>565  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عدد المباني التعليمية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92608" y="3840480"/>
            <a:ext cx="1104595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600" b="1" lang="ar-SA">
                <a:solidFill>
                  <a:srgbClr val="17355C"/>
                </a:solidFill>
                <a:latin typeface="Tajawal"/>
                <a:cs typeface="Tajawal"/>
              </a:rPr>
              <a:t>بلاغات الأمن والسلامة</a:t>
            </a:r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     331 بلاغ  ·  41.6% من بلاغات الأمن والسلامة في القطاع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8748522" y="4315968"/>
            <a:ext cx="2590038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885682" y="4453128"/>
            <a:ext cx="2315718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17355C"/>
                </a:solidFill>
                <a:latin typeface="Tajawal"/>
                <a:cs typeface="Tajawal"/>
              </a:rPr>
              <a:t>173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885682" y="5093207"/>
            <a:ext cx="2315718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1F2A37"/>
                </a:solidFill>
                <a:latin typeface="Tajawal"/>
                <a:cs typeface="Tajawal"/>
              </a:rPr>
              <a:t>أنظمة الأمن والسلامة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9022842" y="5532120"/>
            <a:ext cx="2041398" cy="118872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9997285" y="5532120"/>
            <a:ext cx="1066954" cy="118872"/>
          </a:xfrm>
          <a:prstGeom prst="roundRect">
            <a:avLst>
              <a:gd name="adj" fmla="val 50000"/>
            </a:avLst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885682" y="5687568"/>
            <a:ext cx="2315718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000" b="0" lang="ar-SA">
                <a:solidFill>
                  <a:srgbClr val="5A6B7A"/>
                </a:solidFill>
                <a:latin typeface="Tajawal"/>
                <a:cs typeface="Tajawal"/>
              </a:rPr>
              <a:t>52.3% من بلاغات الأمن والسلامة بالمنطقة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5929884" y="4315968"/>
            <a:ext cx="2590038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067044" y="4453128"/>
            <a:ext cx="2315718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17355C"/>
                </a:solidFill>
                <a:latin typeface="Tajawal"/>
                <a:cs typeface="Tajawal"/>
              </a:rPr>
              <a:t>102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067044" y="5093207"/>
            <a:ext cx="2315718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1F2A37"/>
                </a:solidFill>
                <a:latin typeface="Tajawal"/>
                <a:cs typeface="Tajawal"/>
              </a:rPr>
              <a:t>أعمال الكهرباء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204204" y="5532120"/>
            <a:ext cx="2041398" cy="118872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7616530" y="5532120"/>
            <a:ext cx="629071" cy="118872"/>
          </a:xfrm>
          <a:prstGeom prst="roundRect">
            <a:avLst>
              <a:gd name="adj" fmla="val 50000"/>
            </a:avLst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067044" y="5687568"/>
            <a:ext cx="2315718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000" b="0" lang="ar-SA">
                <a:solidFill>
                  <a:srgbClr val="5A6B7A"/>
                </a:solidFill>
                <a:latin typeface="Tajawal"/>
                <a:cs typeface="Tajawal"/>
              </a:rPr>
              <a:t>30.8% من بلاغات الأمن والسلامة بالمنطقة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3111246" y="4315968"/>
            <a:ext cx="2590038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248406" y="4453128"/>
            <a:ext cx="2315718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17355C"/>
                </a:solidFill>
                <a:latin typeface="Tajawal"/>
                <a:cs typeface="Tajawal"/>
              </a:rPr>
              <a:t>50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248406" y="5093207"/>
            <a:ext cx="2315718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1F2A37"/>
                </a:solidFill>
                <a:latin typeface="Tajawal"/>
                <a:cs typeface="Tajawal"/>
              </a:rPr>
              <a:t>مخارج الطوارئ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385565" y="5532120"/>
            <a:ext cx="2041398" cy="118872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5118595" y="5532120"/>
            <a:ext cx="308368" cy="118872"/>
          </a:xfrm>
          <a:prstGeom prst="roundRect">
            <a:avLst>
              <a:gd name="adj" fmla="val 50000"/>
            </a:avLst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248406" y="5687568"/>
            <a:ext cx="2315718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000" b="0" lang="ar-SA">
                <a:solidFill>
                  <a:srgbClr val="5A6B7A"/>
                </a:solidFill>
                <a:latin typeface="Tajawal"/>
                <a:cs typeface="Tajawal"/>
              </a:rPr>
              <a:t>15.1% من بلاغات الأمن والسلامة بالمنطقة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92608" y="4315968"/>
            <a:ext cx="2590038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429768" y="4453128"/>
            <a:ext cx="2315718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17355C"/>
                </a:solidFill>
                <a:latin typeface="Tajawal"/>
                <a:cs typeface="Tajawal"/>
              </a:rPr>
              <a:t>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9768" y="5093207"/>
            <a:ext cx="2315718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1F2A37"/>
                </a:solidFill>
                <a:latin typeface="Tajawal"/>
                <a:cs typeface="Tajawal"/>
              </a:rPr>
              <a:t>المصاعد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66928" y="5532120"/>
            <a:ext cx="2041398" cy="118872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2571321" y="5532120"/>
            <a:ext cx="37004" cy="118872"/>
          </a:xfrm>
          <a:prstGeom prst="roundRect">
            <a:avLst>
              <a:gd name="adj" fmla="val 50000"/>
            </a:avLst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29768" y="5687568"/>
            <a:ext cx="2315718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000" b="0" lang="ar-SA">
                <a:solidFill>
                  <a:srgbClr val="5A6B7A"/>
                </a:solidFill>
                <a:latin typeface="Tajawal"/>
                <a:cs typeface="Tajawal"/>
              </a:rPr>
              <a:t>1.8% من بلاغات الأمن والسلامة بالمنطقة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78" name="Title"/>
          <p:cNvSpPr txBox="1"/>
          <p:nvPr/>
        </p:nvSpPr>
        <p:spPr>
          <a:xfrm>
            <a:off x="1563624" y="484632"/>
            <a:ext cx="9656064" cy="8229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2000" b="1" lang="ar-SA">
                <a:solidFill>
                  <a:srgbClr val="000000"/>
                </a:solidFill>
                <a:latin typeface="Tajawal"/>
                <a:cs typeface="Tajawal"/>
              </a:rPr>
              <a:t>اتجاه البلاغات والأولوية – المدينة المنورة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92608" y="914400"/>
            <a:ext cx="548640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1"/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آخر 4 أسابيع: 6 سبتمبر – 3 أكتوبر 2026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041648" y="1371600"/>
            <a:ext cx="729691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1009376" y="1591056"/>
            <a:ext cx="118872" cy="118872"/>
          </a:xfrm>
          <a:prstGeom prst="ellipse">
            <a:avLst/>
          </a:prstGeom>
          <a:solidFill>
            <a:srgbClr val="173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224528" y="1481328"/>
            <a:ext cx="6702552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500" b="1" lang="ar-SA">
                <a:solidFill>
                  <a:srgbClr val="17355C"/>
                </a:solidFill>
                <a:latin typeface="Tajawal"/>
                <a:cs typeface="Tajawal"/>
              </a:rPr>
              <a:t>عدد البلاغات أسبوعياً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   6 سبتمبر – 3 أكتوبر</a:t>
            </a:r>
          </a:p>
        </p:txBody>
      </p:sp>
      <p:graphicFrame>
        <p:nvGraphicFramePr>
          <p:cNvPr id="83" name="Chart 82"/>
          <p:cNvGraphicFramePr>
            <a:graphicFrameLocks noGrp="1"/>
          </p:cNvGraphicFramePr>
          <p:nvPr/>
        </p:nvGraphicFramePr>
        <p:xfrm>
          <a:off x="4224528" y="1783080"/>
          <a:ext cx="6931152" cy="2514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4" name="Rounded Rectangle 83"/>
          <p:cNvSpPr/>
          <p:nvPr/>
        </p:nvSpPr>
        <p:spPr>
          <a:xfrm>
            <a:off x="4041648" y="4572000"/>
            <a:ext cx="729691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1009376" y="4791456"/>
            <a:ext cx="118872" cy="118872"/>
          </a:xfrm>
          <a:prstGeom prst="ellipse">
            <a:avLst/>
          </a:prstGeom>
          <a:solidFill>
            <a:srgbClr val="173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224528" y="4681728"/>
            <a:ext cx="6702552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500" b="1" lang="ar-SA">
                <a:solidFill>
                  <a:srgbClr val="17355C"/>
                </a:solidFill>
                <a:latin typeface="Tajawal"/>
                <a:cs typeface="Tajawal"/>
              </a:rPr>
              <a:t>أولوية البلاغات – الأسبوع الحالي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866985" y="5138928"/>
            <a:ext cx="6105814" cy="329184"/>
          </a:xfrm>
          <a:prstGeom prst="rect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407408" y="5138928"/>
            <a:ext cx="459577" cy="329184"/>
          </a:xfrm>
          <a:prstGeom prst="rect">
            <a:avLst/>
          </a:prstGeom>
          <a:solidFill>
            <a:srgbClr val="E0A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680960" y="5532120"/>
            <a:ext cx="3291840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800" b="1" lang="ar-SA">
                <a:solidFill>
                  <a:srgbClr val="17355C"/>
                </a:solidFill>
                <a:latin typeface="Tajawal"/>
                <a:cs typeface="Tajawal"/>
              </a:rPr>
              <a:t>1,282</a:t>
            </a:r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  روتيني (93.0%)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07408" y="5532120"/>
            <a:ext cx="3291840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1"/>
            <a:r>
              <a:rPr sz="1800" b="1" lang="ar-SA">
                <a:solidFill>
                  <a:srgbClr val="C07F2A"/>
                </a:solidFill>
                <a:latin typeface="Tajawal"/>
                <a:cs typeface="Tajawal"/>
              </a:rPr>
              <a:t>96</a:t>
            </a:r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  طارئ (7.0%)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92608" y="137160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3520440" y="1554480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29768" y="1481328"/>
            <a:ext cx="324612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2800" b="1" lang="ar-SA">
                <a:solidFill>
                  <a:srgbClr val="F2C27B"/>
                </a:solidFill>
                <a:latin typeface="Tajawal"/>
                <a:cs typeface="Tajawal"/>
              </a:rPr>
              <a:t>+55.0%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9768" y="2103120"/>
            <a:ext cx="324612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FFFFFF"/>
                </a:solidFill>
                <a:latin typeface="Tajawal"/>
                <a:cs typeface="Tajawal"/>
              </a:rPr>
              <a:t>التغير عن الأسبوع السابق</a:t>
            </a:r>
          </a:p>
          <a:p>
            <a:pPr algn="ctr" rtl="1"/>
            <a:r>
              <a:rPr sz="1100" b="0" lang="ar-SA">
                <a:solidFill>
                  <a:srgbClr val="C3D5D1"/>
                </a:solidFill>
                <a:latin typeface="Tajawal"/>
                <a:cs typeface="Tajawal"/>
              </a:rPr>
              <a:t>1,378 مقابل 889 بلاغ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92608" y="301752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3520440" y="3200400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9768" y="3127248"/>
            <a:ext cx="324612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2800" b="1" lang="ar-SA">
                <a:solidFill>
                  <a:srgbClr val="A8D5B5"/>
                </a:solidFill>
                <a:latin typeface="Tajawal"/>
                <a:cs typeface="Tajawal"/>
              </a:rPr>
              <a:t>-27.8%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9768" y="3749039"/>
            <a:ext cx="324612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FFFFFF"/>
                </a:solidFill>
                <a:latin typeface="Tajawal"/>
                <a:cs typeface="Tajawal"/>
              </a:rPr>
              <a:t>التغير عن الأسبوع الأول</a:t>
            </a:r>
          </a:p>
          <a:p>
            <a:pPr algn="ctr" rtl="1"/>
            <a:r>
              <a:rPr sz="1100" b="0" lang="ar-SA">
                <a:solidFill>
                  <a:srgbClr val="C3D5D1"/>
                </a:solidFill>
                <a:latin typeface="Tajawal"/>
                <a:cs typeface="Tajawal"/>
              </a:rPr>
              <a:t>1,378 مقابل 1,908 بلاغ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92608" y="4663440"/>
            <a:ext cx="3520440" cy="150876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520440" y="4846320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29768" y="4773168"/>
            <a:ext cx="324612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2800" b="1" lang="ar-SA">
                <a:solidFill>
                  <a:srgbClr val="FFFFFF"/>
                </a:solidFill>
                <a:latin typeface="Tajawal"/>
                <a:cs typeface="Tajawal"/>
              </a:rPr>
              <a:t>5,963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29768" y="5394959"/>
            <a:ext cx="3246120" cy="73151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FFFFFF"/>
                </a:solidFill>
                <a:latin typeface="Tajawal"/>
                <a:cs typeface="Tajawal"/>
              </a:rPr>
              <a:t>إجمالي آخر 4 أسابيع</a:t>
            </a:r>
          </a:p>
          <a:p>
            <a:pPr algn="ctr" rtl="1"/>
            <a:r>
              <a:rPr sz="1100" b="0" lang="ar-SA">
                <a:solidFill>
                  <a:srgbClr val="C3D5D1"/>
                </a:solidFill>
                <a:latin typeface="Tajawal"/>
                <a:cs typeface="Tajawal"/>
              </a:rPr>
              <a:t>6 سبتمبر – 3 أكتوبر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78" name="Title"/>
          <p:cNvSpPr txBox="1"/>
          <p:nvPr/>
        </p:nvSpPr>
        <p:spPr>
          <a:xfrm>
            <a:off x="1563624" y="484632"/>
            <a:ext cx="9656064" cy="8229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2000" b="1" lang="ar-SA">
                <a:solidFill>
                  <a:srgbClr val="000000"/>
                </a:solidFill>
                <a:latin typeface="Tajawal"/>
                <a:cs typeface="Tajawal"/>
              </a:rPr>
              <a:t>جودة الخدمة وزيارات الاستشاري – جدة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92608" y="914400"/>
            <a:ext cx="548640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1"/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الفترة: 27 سبتمبر – 3 أكتوبر 2026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952744" y="1371600"/>
            <a:ext cx="538581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1009376" y="1591056"/>
            <a:ext cx="118872" cy="118872"/>
          </a:xfrm>
          <a:prstGeom prst="ellipse">
            <a:avLst/>
          </a:prstGeom>
          <a:solidFill>
            <a:srgbClr val="173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135624" y="1481328"/>
            <a:ext cx="4791455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500" b="1" lang="ar-SA">
                <a:solidFill>
                  <a:srgbClr val="17355C"/>
                </a:solidFill>
                <a:latin typeface="Tajawal"/>
                <a:cs typeface="Tajawal"/>
              </a:rPr>
              <a:t>جودة الإغلاق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   البلاغات المعاد فتحها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326880" y="1920240"/>
            <a:ext cx="182880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600" b="1" lang="ar-SA">
                <a:solidFill>
                  <a:srgbClr val="17355C"/>
                </a:solidFill>
                <a:latin typeface="Tajawal"/>
                <a:cs typeface="Tajawal"/>
              </a:rPr>
              <a:t>89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26880" y="2633472"/>
            <a:ext cx="182880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200" b="1" lang="ar-SA">
                <a:solidFill>
                  <a:srgbClr val="1F2A37"/>
                </a:solidFill>
                <a:latin typeface="Tajawal"/>
                <a:cs typeface="Tajawal"/>
              </a:rPr>
              <a:t>بلاغ أُعيد فتحه</a:t>
            </a:r>
          </a:p>
          <a:p>
            <a:pPr algn="ctr" rtl="1"/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3.5% من بلاغات المنطقة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27064" y="1950000"/>
            <a:ext cx="2825496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200" b="1" lang="ar-SA">
                <a:solidFill>
                  <a:srgbClr val="1F2A37"/>
                </a:solidFill>
                <a:latin typeface="Tajawal"/>
                <a:cs typeface="Tajawal"/>
              </a:rPr>
              <a:t>تكرار 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227064" y="1950000"/>
            <a:ext cx="2825496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0"/>
            <a:r>
              <a:rPr sz="1200" b="1" lang="ar-SA">
                <a:solidFill>
                  <a:srgbClr val="17355C"/>
                </a:solidFill>
                <a:latin typeface="Tajawal"/>
                <a:cs typeface="Tajawal"/>
              </a:rPr>
              <a:t>73  (82%)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227064" y="2279184"/>
            <a:ext cx="2825496" cy="128016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6735653" y="2279184"/>
            <a:ext cx="2316906" cy="128016"/>
          </a:xfrm>
          <a:prstGeom prst="roundRect">
            <a:avLst>
              <a:gd name="adj" fmla="val 50000"/>
            </a:avLst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27064" y="2420000"/>
            <a:ext cx="2825496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200" b="1" lang="ar-SA">
                <a:solidFill>
                  <a:srgbClr val="1F2A37"/>
                </a:solidFill>
                <a:latin typeface="Tajawal"/>
                <a:cs typeface="Tajawal"/>
              </a:rPr>
              <a:t>تكرار 2 إلى 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227064" y="2420000"/>
            <a:ext cx="2825496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0"/>
            <a:r>
              <a:rPr sz="1200" b="1" lang="ar-SA">
                <a:solidFill>
                  <a:srgbClr val="17355C"/>
                </a:solidFill>
                <a:latin typeface="Tajawal"/>
                <a:cs typeface="Tajawal"/>
              </a:rPr>
              <a:t>16  (18%)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227064" y="2749184"/>
            <a:ext cx="2825496" cy="128016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8543970" y="2749184"/>
            <a:ext cx="508589" cy="128016"/>
          </a:xfrm>
          <a:prstGeom prst="roundRect">
            <a:avLst>
              <a:gd name="adj" fmla="val 50000"/>
            </a:avLst>
          </a:prstGeom>
          <a:solidFill>
            <a:srgbClr val="E0A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w3 115"/>
          <p:cNvSpPr txBox="1"/>
          <p:nvPr/>
        </p:nvSpPr>
        <p:spPr>
          <a:xfrm>
            <a:off x="6227064" y="2890000"/>
            <a:ext cx="2825496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200" b="1" lang="ar-SA">
                <a:solidFill>
                  <a:srgbClr val="1F2A37"/>
                </a:solidFill>
                <a:latin typeface="Tajawal"/>
                <a:cs typeface="Tajawal"/>
              </a:rPr>
              <a:t>تكرار 4 إلى 8</a:t>
            </a:r>
          </a:p>
        </p:txBody>
      </p:sp>
      <p:sp>
        <p:nvSpPr>
          <p:cNvPr id="116" name="Row3 116"/>
          <p:cNvSpPr txBox="1"/>
          <p:nvPr/>
        </p:nvSpPr>
        <p:spPr>
          <a:xfrm>
            <a:off x="6227064" y="2890000"/>
            <a:ext cx="2825496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0"/>
            <a:r>
              <a:rPr sz="1200" b="1" lang="ar-SA">
                <a:solidFill>
                  <a:srgbClr val="17355C"/>
                </a:solidFill>
                <a:latin typeface="Tajawal"/>
                <a:cs typeface="Tajawal"/>
              </a:rPr>
              <a:t>16  (18%)</a:t>
            </a:r>
          </a:p>
        </p:txBody>
      </p:sp>
      <p:sp>
        <p:nvSpPr>
          <p:cNvPr id="117" name="Row3 117"/>
          <p:cNvSpPr/>
          <p:nvPr/>
        </p:nvSpPr>
        <p:spPr>
          <a:xfrm>
            <a:off x="6227064" y="3219184"/>
            <a:ext cx="2825496" cy="128016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w3 118"/>
          <p:cNvSpPr/>
          <p:nvPr/>
        </p:nvSpPr>
        <p:spPr>
          <a:xfrm>
            <a:off x="8543970" y="3219184"/>
            <a:ext cx="508589" cy="128016"/>
          </a:xfrm>
          <a:prstGeom prst="roundRect">
            <a:avLst>
              <a:gd name="adj" fmla="val 50000"/>
            </a:avLst>
          </a:prstGeom>
          <a:solidFill>
            <a:srgbClr val="C07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292608" y="1371600"/>
            <a:ext cx="538581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5349240" y="1591056"/>
            <a:ext cx="118872" cy="118872"/>
          </a:xfrm>
          <a:prstGeom prst="ellipse">
            <a:avLst/>
          </a:prstGeom>
          <a:solidFill>
            <a:srgbClr val="173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5488" y="1481328"/>
            <a:ext cx="4791455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500" b="1" lang="ar-SA">
                <a:solidFill>
                  <a:srgbClr val="17355C"/>
                </a:solidFill>
                <a:latin typeface="Tajawal"/>
                <a:cs typeface="Tajawal"/>
              </a:rPr>
              <a:t>مؤشر رضا المستفيد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   من استبيان إغلاق الحالة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300984" y="1920240"/>
            <a:ext cx="2194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600" b="1" lang="ar-SA">
                <a:solidFill>
                  <a:srgbClr val="C07F2A"/>
                </a:solidFill>
                <a:latin typeface="Tajawal"/>
                <a:cs typeface="Tajawal"/>
              </a:rPr>
              <a:t>51.6%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300984" y="2670048"/>
            <a:ext cx="21945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200" b="1" lang="ar-SA">
                <a:solidFill>
                  <a:srgbClr val="1F2A37"/>
                </a:solidFill>
                <a:latin typeface="Tajawal"/>
                <a:cs typeface="Tajawal"/>
              </a:rPr>
              <a:t>نسبة رضا المستفيد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483864" y="3090672"/>
            <a:ext cx="1828800" cy="128016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4369003" y="3090672"/>
            <a:ext cx="943660" cy="128016"/>
          </a:xfrm>
          <a:prstGeom prst="roundRect">
            <a:avLst>
              <a:gd name="adj" fmla="val 50000"/>
            </a:avLst>
          </a:prstGeom>
          <a:solidFill>
            <a:srgbClr val="E0A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566928" y="1965960"/>
            <a:ext cx="2551175" cy="1280160"/>
          </a:xfrm>
          <a:prstGeom prst="roundRect">
            <a:avLst>
              <a:gd name="adj" fmla="val 10000"/>
            </a:avLst>
          </a:prstGeom>
          <a:solidFill>
            <a:srgbClr val="F3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66928" y="2011680"/>
            <a:ext cx="2551175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2800" b="1" lang="ar-SA">
                <a:solidFill>
                  <a:srgbClr val="17355C"/>
                </a:solidFill>
                <a:latin typeface="Tajawal"/>
                <a:cs typeface="Tajawal"/>
              </a:rPr>
              <a:t>2.58</a:t>
            </a:r>
            <a:r>
              <a:rPr sz="1600" b="0" lang="ar-SA">
                <a:solidFill>
                  <a:srgbClr val="5A6B7A"/>
                </a:solidFill>
                <a:latin typeface="Tajawal"/>
                <a:cs typeface="Tajawal"/>
              </a:rPr>
              <a:t>  من 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66928" y="2606040"/>
            <a:ext cx="2551175" cy="3200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متوسط تقييم الحالة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73835" y="2944368"/>
            <a:ext cx="1737360" cy="237744"/>
          </a:xfrm>
          <a:prstGeom prst="roundRect">
            <a:avLst>
              <a:gd name="adj" fmla="val 50000"/>
            </a:avLst>
          </a:prstGeom>
          <a:solidFill>
            <a:srgbClr val="FBE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73835" y="2944368"/>
            <a:ext cx="17373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/>
            <a:r>
              <a:rPr sz="1000" b="1" lang="ar-SA">
                <a:solidFill>
                  <a:srgbClr val="C07F2A"/>
                </a:solidFill>
                <a:latin typeface="Tajawal"/>
                <a:cs typeface="Tajawal"/>
              </a:rPr>
              <a:t>الأقل رضا بين المناطق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292608" y="3657600"/>
            <a:ext cx="11045952" cy="2560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1009376" y="3877056"/>
            <a:ext cx="118872" cy="118872"/>
          </a:xfrm>
          <a:prstGeom prst="ellipse">
            <a:avLst/>
          </a:prstGeom>
          <a:solidFill>
            <a:srgbClr val="173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5488" y="3767328"/>
            <a:ext cx="10451592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500" b="1" lang="ar-SA">
                <a:solidFill>
                  <a:srgbClr val="17355C"/>
                </a:solidFill>
                <a:latin typeface="Tajawal"/>
                <a:cs typeface="Tajawal"/>
              </a:rPr>
              <a:t>الزيارات الميدانية للاستشاري على نظام TFMP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   الزيارات التفتيشية – سبتمبر 2026</a:t>
            </a:r>
          </a:p>
        </p:txBody>
      </p:sp>
      <p:graphicFrame>
        <p:nvGraphicFramePr>
          <p:cNvPr id="108" name="Table 107"/>
          <p:cNvGraphicFramePr>
            <a:graphicFrameLocks noGrp="1"/>
          </p:cNvGraphicFramePr>
          <p:nvPr/>
        </p:nvGraphicFramePr>
        <p:xfrm>
          <a:off x="3703320" y="4251960"/>
          <a:ext cx="7406639" cy="1700784"/>
        </p:xfrm>
        <a:graphic>
          <a:graphicData uri="http://schemas.openxmlformats.org/drawingml/2006/table">
            <a:tbl>
              <a:tblPr firstRow="0" bandRow="0"/>
              <a:tblGrid>
                <a:gridCol w="1554480"/>
                <a:gridCol w="1325880"/>
                <a:gridCol w="1325880"/>
                <a:gridCol w="1325880"/>
                <a:gridCol w="1874519"/>
              </a:tblGrid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نسبة الإنجاز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المتبقي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المكتمل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المخطط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الأسبوع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49.2%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121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117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238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الأسبوع الثالث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50.0%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119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119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238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الأسبوع الرابع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</a:tbl>
          </a:graphicData>
        </a:graphic>
      </p:graphicFrame>
      <p:sp>
        <p:nvSpPr>
          <p:cNvPr id="109" name="Rounded Rectangle 108"/>
          <p:cNvSpPr/>
          <p:nvPr/>
        </p:nvSpPr>
        <p:spPr>
          <a:xfrm>
            <a:off x="521208" y="4206240"/>
            <a:ext cx="2907792" cy="1828800"/>
          </a:xfrm>
          <a:prstGeom prst="roundRect">
            <a:avLst>
              <a:gd name="adj" fmla="val 8000"/>
            </a:avLst>
          </a:prstGeom>
          <a:solidFill>
            <a:srgbClr val="F3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21208" y="4297680"/>
            <a:ext cx="2907792" cy="3200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200" b="1" lang="ar-SA">
                <a:solidFill>
                  <a:srgbClr val="1F2A37"/>
                </a:solidFill>
                <a:latin typeface="Tajawal"/>
                <a:cs typeface="Tajawal"/>
              </a:rPr>
              <a:t>نسبة إنجاز الأسبوع الرابع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21208" y="4617720"/>
            <a:ext cx="2907792" cy="6858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200" b="1" lang="ar-SA">
                <a:solidFill>
                  <a:srgbClr val="C07F2A"/>
                </a:solidFill>
                <a:latin typeface="Tajawal"/>
                <a:cs typeface="Tajawal"/>
              </a:rPr>
              <a:t>50.0%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886968" y="5349240"/>
            <a:ext cx="2176272" cy="128016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1975104" y="5349240"/>
            <a:ext cx="1088136" cy="128016"/>
          </a:xfrm>
          <a:prstGeom prst="roundRect">
            <a:avLst>
              <a:gd name="adj" fmla="val 50000"/>
            </a:avLst>
          </a:prstGeom>
          <a:solidFill>
            <a:srgbClr val="E0A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21208" y="5559552"/>
            <a:ext cx="2907792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ارتفاع 0.8 نقطة عن الأسبوع الثالث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78" name="Title"/>
          <p:cNvSpPr txBox="1"/>
          <p:nvPr/>
        </p:nvSpPr>
        <p:spPr>
          <a:xfrm>
            <a:off x="1563624" y="484632"/>
            <a:ext cx="9656064" cy="8229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2000" b="1" lang="ar-SA">
                <a:solidFill>
                  <a:srgbClr val="000000"/>
                </a:solidFill>
                <a:latin typeface="Tajawal"/>
                <a:cs typeface="Tajawal"/>
              </a:rPr>
              <a:t>خطة الصيانة الوقائية لمقدم الخدمة – سبتمبر – المدينة المنورة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92608" y="914400"/>
            <a:ext cx="731520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1"/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تقرير متابعة أعمال الصيانة الوقائية  ·  الفترة: 1 – 30 سبتمبر 2026</a:t>
            </a:r>
          </a:p>
        </p:txBody>
      </p:sp>
      <p:graphicFrame>
        <p:nvGraphicFramePr>
          <p:cNvPr id="80" name="Table 79"/>
          <p:cNvGraphicFramePr>
            <a:graphicFrameLocks noGrp="1"/>
          </p:cNvGraphicFramePr>
          <p:nvPr/>
        </p:nvGraphicFramePr>
        <p:xfrm>
          <a:off x="292608" y="1371600"/>
          <a:ext cx="11045952" cy="4425696"/>
        </p:xfrm>
        <a:graphic>
          <a:graphicData uri="http://schemas.openxmlformats.org/drawingml/2006/table">
            <a:tbl>
              <a:tblPr firstRow="0" bandRow="0"/>
              <a:tblGrid>
                <a:gridCol w="1371600"/>
                <a:gridCol w="1325880"/>
                <a:gridCol w="1463040"/>
                <a:gridCol w="1463040"/>
                <a:gridCol w="1463040"/>
                <a:gridCol w="1500000"/>
                <a:gridCol w="2459352"/>
              </a:tblGrid>
              <a:tr h="402336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نسبة الإنجاز من الإجمالي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إجمالي المستهدف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نسبة الإنجاز التراكمية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المحقق التراكمي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المستهدف التراكمي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تاريخ البداية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اسم المهمة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أنظمة الإنذار ومكافحة الحريق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مكيف الهواء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العناصر المعمارية والمدنية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أعمال كهربائية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أعمال البستنة وتنسيق المواقع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أعمال صيانة المصاعد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النظافة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صيانة أنظمة تغذية المياه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صيانة أنظمة دورات المياه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الإجمالي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78" name="Title"/>
          <p:cNvSpPr txBox="1"/>
          <p:nvPr/>
        </p:nvSpPr>
        <p:spPr>
          <a:xfrm>
            <a:off x="1563624" y="484632"/>
            <a:ext cx="9656064" cy="8229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2000" b="1" lang="ar-SA">
                <a:solidFill>
                  <a:srgbClr val="000000"/>
                </a:solidFill>
                <a:latin typeface="Tajawal"/>
                <a:cs typeface="Tajawal"/>
              </a:rPr>
              <a:t>أعلى 10 مدارس رفعت بلاغات – المدينة المنورة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92608" y="914400"/>
            <a:ext cx="548640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1"/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الفترة: 27 سبتمبر – 3 أكتوبر 2026</a:t>
            </a:r>
          </a:p>
        </p:txBody>
      </p:sp>
      <p:graphicFrame>
        <p:nvGraphicFramePr>
          <p:cNvPr id="80" name="Table 79"/>
          <p:cNvGraphicFramePr>
            <a:graphicFrameLocks noGrp="1"/>
          </p:cNvGraphicFramePr>
          <p:nvPr/>
        </p:nvGraphicFramePr>
        <p:xfrm>
          <a:off x="292608" y="1371600"/>
          <a:ext cx="11045952" cy="4727448"/>
        </p:xfrm>
        <a:graphic>
          <a:graphicData uri="http://schemas.openxmlformats.org/drawingml/2006/table">
            <a:tbl>
              <a:tblPr firstRow="0" bandRow="0"/>
              <a:tblGrid>
                <a:gridCol w="1737360"/>
                <a:gridCol w="1737360"/>
                <a:gridCol w="5010912"/>
                <a:gridCol w="1737360"/>
                <a:gridCol w="822960"/>
              </a:tblGrid>
              <a:tr h="429768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منها طارئة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عدد البلاغات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اسم المبنى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الرقم الوزاري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الترتيب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 (5.0%)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20 (1.5%)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الثانوية الرابعة والعشرون بالمدينة (مقررات)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420015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19 (1.4%)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ابتدائية أسماء بنت عميس طفولة مبكرة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141999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 (5.6%)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18 (1.3%)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ابتدائية فاطمة بنت اليمان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141598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 (13.3%)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15 (1.1%)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الثانوية الثامنة عشر بالمدينة - مسارات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S-M3941994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4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 (14.3%)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14 (1.0%)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المتوسطة الحادية والأربعون بالمدينة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41918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5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13 (0.9%)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الابتدائية التاسعة بعد المائة بالمدينة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41810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 (9.1%)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11 (0.8%)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الثانوية الخامسة بالمدينة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3941952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7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 (9.1%)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11 (0.8%)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المتوسطة الأولى بالمحفر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S-41863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8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 (18.2%)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11 (0.8%)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الثانوية الثامنة بينبع البحر - مسارات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146501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9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10 (0.7%)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المتوسطة التاسعة والعشرون بالمدينة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41878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7AD9C4F6-1753-20C5-8991-4450175D2079}"/>
              </a:ext>
            </a:extLst>
          </p:cNvPr>
          <p:cNvSpPr txBox="1">
            <a:spLocks/>
          </p:cNvSpPr>
          <p:nvPr/>
        </p:nvSpPr>
        <p:spPr>
          <a:xfrm>
            <a:off x="316121" y="4267845"/>
            <a:ext cx="7554556" cy="1134471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eaLnBrk="1" hangingPunct="1">
              <a:lnSpc>
                <a:spcPct val="90000"/>
              </a:lnSpc>
              <a:buClr>
                <a:srgbClr val="0090A2"/>
              </a:buClr>
              <a:buSzPts val="7200"/>
              <a:buFont typeface="Helvetica Neue" panose="02000503000000020004" pitchFamily="2" charset="0"/>
              <a:buNone/>
            </a:pPr>
            <a:r>
              <a:rPr lang="ar-EG" altLang="en-SA" sz="2800" b="1" dirty="0">
                <a:solidFill>
                  <a:schemeClr val="bg1"/>
                </a:solidFill>
                <a:latin typeface="Tajawal" pitchFamily="2" charset="-78"/>
                <a:ea typeface="Helvetica Neue" panose="02000503000000020004" pitchFamily="2" charset="0"/>
                <a:cs typeface="Tajawal" pitchFamily="2" charset="-78"/>
                <a:sym typeface="Helvetica Neue" panose="02000503000000020004" pitchFamily="2" charset="0"/>
              </a:rPr>
              <a:t>تقرير متابعة البلاغات – منطقة الطائف</a:t>
            </a:r>
            <a:br>
              <a:rPr lang="en-US" altLang="en-SA" sz="2400" b="1" dirty="0">
                <a:solidFill>
                  <a:schemeClr val="bg1"/>
                </a:solidFill>
                <a:latin typeface="Tajawal" pitchFamily="2" charset="-78"/>
                <a:ea typeface="Helvetica Neue" panose="02000503000000020004" pitchFamily="2" charset="0"/>
                <a:cs typeface="Tajawal" pitchFamily="2" charset="-78"/>
                <a:sym typeface="Helvetica Neue" panose="02000503000000020004" pitchFamily="2" charset="0"/>
              </a:rPr>
            </a:br>
            <a:r>
              <a:rPr lang="ar-EG" altLang="en-SA" sz="2400" b="1" dirty="0">
                <a:solidFill>
                  <a:schemeClr val="bg1"/>
                </a:solidFill>
                <a:latin typeface="Tajawal" pitchFamily="2" charset="-78"/>
                <a:ea typeface="Helvetica Neue" panose="02000503000000020004" pitchFamily="2" charset="0"/>
                <a:cs typeface="Tajawal" pitchFamily="2" charset="-78"/>
                <a:sym typeface="Helvetica Neue" panose="02000503000000020004" pitchFamily="2" charset="0"/>
              </a:rPr>
              <a:t>27 سبتمبر – 3 أكتوبر 2026</a:t>
            </a:r>
            <a:endParaRPr lang="en-SA" altLang="en-SA" sz="2400" b="1" dirty="0">
              <a:solidFill>
                <a:srgbClr val="0090A2"/>
              </a:solidFill>
              <a:latin typeface="Tajawal" pitchFamily="2" charset="-78"/>
              <a:ea typeface="Helvetica Neue" panose="02000503000000020004" pitchFamily="2" charset="0"/>
              <a:cs typeface="Tajawal" pitchFamily="2" charset="-78"/>
              <a:sym typeface="Helvetica Neue" panose="02000503000000020004" pitchFamily="2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78" name="Title"/>
          <p:cNvSpPr txBox="1"/>
          <p:nvPr/>
        </p:nvSpPr>
        <p:spPr>
          <a:xfrm>
            <a:off x="1563624" y="484632"/>
            <a:ext cx="9656064" cy="8229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2000" b="1" lang="ar-SA">
                <a:solidFill>
                  <a:srgbClr val="000000"/>
                </a:solidFill>
                <a:latin typeface="Tajawal"/>
                <a:cs typeface="Tajawal"/>
              </a:rPr>
              <a:t>نظرة عامة على البلاغات – جدة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92608" y="914400"/>
            <a:ext cx="548640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1"/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الفترة: 27 سبتمبر – 3 أكتوبر 2026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748522" y="1371600"/>
            <a:ext cx="2590038" cy="1572768"/>
          </a:xfrm>
          <a:prstGeom prst="roundRect">
            <a:avLst>
              <a:gd name="adj" fmla="val 10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1045952" y="1554480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839962" y="1517904"/>
            <a:ext cx="2407158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FFFFFF"/>
                </a:solidFill>
                <a:latin typeface="Tajawal"/>
                <a:cs typeface="Tajawal"/>
              </a:rPr>
              <a:t>2,528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39962" y="2267712"/>
            <a:ext cx="2407158" cy="612647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FFFFFF"/>
                </a:solidFill>
                <a:latin typeface="Tajawal"/>
                <a:cs typeface="Tajawal"/>
              </a:rPr>
              <a:t>البلاغات الأسبوعية</a:t>
            </a:r>
          </a:p>
          <a:p>
            <a:pPr algn="ctr" rtl="1"/>
            <a:r>
              <a:rPr sz="1100" b="0" lang="ar-SA">
                <a:solidFill>
                  <a:srgbClr val="C3D5D1"/>
                </a:solidFill>
                <a:latin typeface="Tajawal"/>
                <a:cs typeface="Tajawal"/>
              </a:rPr>
              <a:t>35.8% من إجمالي القطاع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929884" y="1371600"/>
            <a:ext cx="2590038" cy="1572768"/>
          </a:xfrm>
          <a:prstGeom prst="roundRect">
            <a:avLst>
              <a:gd name="adj" fmla="val 10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227314" y="1554480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021324" y="1517904"/>
            <a:ext cx="2407158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FFFFFF"/>
                </a:solidFill>
                <a:latin typeface="Tajawal"/>
                <a:cs typeface="Tajawal"/>
              </a:rP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21324" y="2267712"/>
            <a:ext cx="2407158" cy="612647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FFFFFF"/>
                </a:solidFill>
                <a:latin typeface="Tajawal"/>
                <a:cs typeface="Tajawal"/>
              </a:rPr>
              <a:t>التراكمي من بداية الشهر</a:t>
            </a:r>
          </a:p>
          <a:p>
            <a:pPr algn="ctr" rtl="1"/>
            <a:r>
              <a:rPr sz="1100" b="0" lang="ar-SA">
                <a:solidFill>
                  <a:srgbClr val="C3D5D1"/>
                </a:solidFill>
                <a:latin typeface="Tajawal"/>
                <a:cs typeface="Tajawal"/>
              </a:rPr>
              <a:t>إجمالي البلاغات منذ بداية الشهر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111246" y="1371600"/>
            <a:ext cx="2590038" cy="1572768"/>
          </a:xfrm>
          <a:prstGeom prst="roundRect">
            <a:avLst>
              <a:gd name="adj" fmla="val 10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408675" y="1554480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202686" y="1517904"/>
            <a:ext cx="2407158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FFFFFF"/>
                </a:solidFill>
                <a:latin typeface="Tajawal"/>
                <a:cs typeface="Tajawal"/>
              </a:rPr>
              <a:t>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202686" y="2267712"/>
            <a:ext cx="2407158" cy="612647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FFFFFF"/>
                </a:solidFill>
                <a:latin typeface="Tajawal"/>
                <a:cs typeface="Tajawal"/>
              </a:rPr>
              <a:t>الالتزام بمستوى الخدمة SLA</a:t>
            </a:r>
          </a:p>
          <a:p>
            <a:pPr algn="ctr" rtl="1"/>
            <a:r>
              <a:rPr sz="1100" b="0" lang="ar-SA">
                <a:solidFill>
                  <a:srgbClr val="C3D5D1"/>
                </a:solidFill>
                <a:latin typeface="Tajawal"/>
                <a:cs typeface="Tajawal"/>
              </a:rPr>
              <a:t>نسبة البلاغات ضمن SLA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92608" y="1371600"/>
            <a:ext cx="2590038" cy="1572768"/>
          </a:xfrm>
          <a:prstGeom prst="roundRect">
            <a:avLst>
              <a:gd name="adj" fmla="val 10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2590038" y="1554480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84048" y="1517904"/>
            <a:ext cx="2407158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FFFFFF"/>
                </a:solidFill>
                <a:latin typeface="Tajawal"/>
                <a:cs typeface="Tajawal"/>
              </a:rPr>
              <a:t>51.6%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84048" y="2267712"/>
            <a:ext cx="2407158" cy="612647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FFFFFF"/>
                </a:solidFill>
                <a:latin typeface="Tajawal"/>
                <a:cs typeface="Tajawal"/>
              </a:rPr>
              <a:t>نسبة رضا المستفيد</a:t>
            </a:r>
          </a:p>
          <a:p>
            <a:pPr algn="ctr" rtl="1"/>
            <a:r>
              <a:rPr sz="1100" b="0" lang="ar-SA">
                <a:solidFill>
                  <a:srgbClr val="C3D5D1"/>
                </a:solidFill>
                <a:latin typeface="Tajawal"/>
                <a:cs typeface="Tajawal"/>
              </a:rPr>
              <a:t>متوسط التقييم 2.58 / 5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748522" y="3108960"/>
            <a:ext cx="2590038" cy="56692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858250" y="3108960"/>
            <a:ext cx="237058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700" b="1" lang="ar-SA">
                <a:solidFill>
                  <a:srgbClr val="17355C"/>
                </a:solidFill>
                <a:latin typeface="Tajawal"/>
                <a:cs typeface="Tajawal"/>
              </a:rPr>
              <a:t>208  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بلاغات طارئة (8.2%)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929884" y="3108960"/>
            <a:ext cx="2590038" cy="56692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039612" y="3108960"/>
            <a:ext cx="237058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700" b="1" lang="ar-SA">
                <a:solidFill>
                  <a:srgbClr val="17355C"/>
                </a:solidFill>
                <a:latin typeface="Tajawal"/>
                <a:cs typeface="Tajawal"/>
              </a:rPr>
              <a:t>89  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بلاغات أُعيد فتحها (3.5%)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111246" y="3108960"/>
            <a:ext cx="2590038" cy="56692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220974" y="3108960"/>
            <a:ext cx="237058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700" b="1" lang="ar-SA">
                <a:solidFill>
                  <a:srgbClr val="17355C"/>
                </a:solidFill>
                <a:latin typeface="Tajawal"/>
                <a:cs typeface="Tajawal"/>
              </a:rPr>
              <a:t>235  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قيد موافقة الاستشاري (9.3%)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92608" y="3108960"/>
            <a:ext cx="2590038" cy="56692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02336" y="3108960"/>
            <a:ext cx="237058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700" b="1" lang="ar-SA">
                <a:solidFill>
                  <a:srgbClr val="17355C"/>
                </a:solidFill>
                <a:latin typeface="Tajawal"/>
                <a:cs typeface="Tajawal"/>
              </a:rPr>
              <a:t>565  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عدد المباني التعليمية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92608" y="3840480"/>
            <a:ext cx="1104595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600" b="1" lang="ar-SA">
                <a:solidFill>
                  <a:srgbClr val="17355C"/>
                </a:solidFill>
                <a:latin typeface="Tajawal"/>
                <a:cs typeface="Tajawal"/>
              </a:rPr>
              <a:t>بلاغات الأمن والسلامة</a:t>
            </a:r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     331 بلاغ  ·  41.6% من بلاغات الأمن والسلامة في القطاع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8748522" y="4315968"/>
            <a:ext cx="2590038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885682" y="4453128"/>
            <a:ext cx="2315718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17355C"/>
                </a:solidFill>
                <a:latin typeface="Tajawal"/>
                <a:cs typeface="Tajawal"/>
              </a:rPr>
              <a:t>173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885682" y="5093207"/>
            <a:ext cx="2315718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1F2A37"/>
                </a:solidFill>
                <a:latin typeface="Tajawal"/>
                <a:cs typeface="Tajawal"/>
              </a:rPr>
              <a:t>أنظمة الأمن والسلامة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9022842" y="5532120"/>
            <a:ext cx="2041398" cy="118872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9997285" y="5532120"/>
            <a:ext cx="1066954" cy="118872"/>
          </a:xfrm>
          <a:prstGeom prst="roundRect">
            <a:avLst>
              <a:gd name="adj" fmla="val 50000"/>
            </a:avLst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885682" y="5687568"/>
            <a:ext cx="2315718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000" b="0" lang="ar-SA">
                <a:solidFill>
                  <a:srgbClr val="5A6B7A"/>
                </a:solidFill>
                <a:latin typeface="Tajawal"/>
                <a:cs typeface="Tajawal"/>
              </a:rPr>
              <a:t>52.3% من بلاغات الأمن والسلامة بالمنطقة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5929884" y="4315968"/>
            <a:ext cx="2590038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067044" y="4453128"/>
            <a:ext cx="2315718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17355C"/>
                </a:solidFill>
                <a:latin typeface="Tajawal"/>
                <a:cs typeface="Tajawal"/>
              </a:rPr>
              <a:t>102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067044" y="5093207"/>
            <a:ext cx="2315718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1F2A37"/>
                </a:solidFill>
                <a:latin typeface="Tajawal"/>
                <a:cs typeface="Tajawal"/>
              </a:rPr>
              <a:t>أعمال الكهرباء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204204" y="5532120"/>
            <a:ext cx="2041398" cy="118872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7616530" y="5532120"/>
            <a:ext cx="629071" cy="118872"/>
          </a:xfrm>
          <a:prstGeom prst="roundRect">
            <a:avLst>
              <a:gd name="adj" fmla="val 50000"/>
            </a:avLst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067044" y="5687568"/>
            <a:ext cx="2315718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000" b="0" lang="ar-SA">
                <a:solidFill>
                  <a:srgbClr val="5A6B7A"/>
                </a:solidFill>
                <a:latin typeface="Tajawal"/>
                <a:cs typeface="Tajawal"/>
              </a:rPr>
              <a:t>30.8% من بلاغات الأمن والسلامة بالمنطقة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3111246" y="4315968"/>
            <a:ext cx="2590038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248406" y="4453128"/>
            <a:ext cx="2315718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17355C"/>
                </a:solidFill>
                <a:latin typeface="Tajawal"/>
                <a:cs typeface="Tajawal"/>
              </a:rPr>
              <a:t>50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248406" y="5093207"/>
            <a:ext cx="2315718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1F2A37"/>
                </a:solidFill>
                <a:latin typeface="Tajawal"/>
                <a:cs typeface="Tajawal"/>
              </a:rPr>
              <a:t>مخارج الطوارئ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385565" y="5532120"/>
            <a:ext cx="2041398" cy="118872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5118595" y="5532120"/>
            <a:ext cx="308368" cy="118872"/>
          </a:xfrm>
          <a:prstGeom prst="roundRect">
            <a:avLst>
              <a:gd name="adj" fmla="val 50000"/>
            </a:avLst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248406" y="5687568"/>
            <a:ext cx="2315718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000" b="0" lang="ar-SA">
                <a:solidFill>
                  <a:srgbClr val="5A6B7A"/>
                </a:solidFill>
                <a:latin typeface="Tajawal"/>
                <a:cs typeface="Tajawal"/>
              </a:rPr>
              <a:t>15.1% من بلاغات الأمن والسلامة بالمنطقة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92608" y="4315968"/>
            <a:ext cx="2590038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429768" y="4453128"/>
            <a:ext cx="2315718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17355C"/>
                </a:solidFill>
                <a:latin typeface="Tajawal"/>
                <a:cs typeface="Tajawal"/>
              </a:rPr>
              <a:t>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9768" y="5093207"/>
            <a:ext cx="2315718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1F2A37"/>
                </a:solidFill>
                <a:latin typeface="Tajawal"/>
                <a:cs typeface="Tajawal"/>
              </a:rPr>
              <a:t>المصاعد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66928" y="5532120"/>
            <a:ext cx="2041398" cy="118872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2571321" y="5532120"/>
            <a:ext cx="37004" cy="118872"/>
          </a:xfrm>
          <a:prstGeom prst="roundRect">
            <a:avLst>
              <a:gd name="adj" fmla="val 50000"/>
            </a:avLst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29768" y="5687568"/>
            <a:ext cx="2315718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000" b="0" lang="ar-SA">
                <a:solidFill>
                  <a:srgbClr val="5A6B7A"/>
                </a:solidFill>
                <a:latin typeface="Tajawal"/>
                <a:cs typeface="Tajawal"/>
              </a:rPr>
              <a:t>1.8% من بلاغات الأمن والسلامة بالمنطقة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78" name="Title"/>
          <p:cNvSpPr txBox="1"/>
          <p:nvPr/>
        </p:nvSpPr>
        <p:spPr>
          <a:xfrm>
            <a:off x="1563624" y="484632"/>
            <a:ext cx="9656064" cy="8229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2000" b="1" lang="ar-SA">
                <a:solidFill>
                  <a:srgbClr val="000000"/>
                </a:solidFill>
                <a:latin typeface="Tajawal"/>
                <a:cs typeface="Tajawal"/>
              </a:rPr>
              <a:t>اتجاه البلاغات والأولوية – الطائف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92608" y="914400"/>
            <a:ext cx="548640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1"/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آخر 4 أسابيع: 6 سبتمبر – 3 أكتوبر 2026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041648" y="1371600"/>
            <a:ext cx="729691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1009376" y="1591056"/>
            <a:ext cx="118872" cy="118872"/>
          </a:xfrm>
          <a:prstGeom prst="ellipse">
            <a:avLst/>
          </a:prstGeom>
          <a:solidFill>
            <a:srgbClr val="173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224528" y="1481328"/>
            <a:ext cx="6702552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500" b="1" lang="ar-SA">
                <a:solidFill>
                  <a:srgbClr val="17355C"/>
                </a:solidFill>
                <a:latin typeface="Tajawal"/>
                <a:cs typeface="Tajawal"/>
              </a:rPr>
              <a:t>عدد البلاغات أسبوعياً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   6 سبتمبر – 3 أكتوبر</a:t>
            </a:r>
          </a:p>
        </p:txBody>
      </p:sp>
      <p:graphicFrame>
        <p:nvGraphicFramePr>
          <p:cNvPr id="83" name="Chart 82"/>
          <p:cNvGraphicFramePr>
            <a:graphicFrameLocks noGrp="1"/>
          </p:cNvGraphicFramePr>
          <p:nvPr/>
        </p:nvGraphicFramePr>
        <p:xfrm>
          <a:off x="4224528" y="1783080"/>
          <a:ext cx="6931152" cy="2514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4" name="Rounded Rectangle 83"/>
          <p:cNvSpPr/>
          <p:nvPr/>
        </p:nvSpPr>
        <p:spPr>
          <a:xfrm>
            <a:off x="4041648" y="4572000"/>
            <a:ext cx="729691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1009376" y="4791456"/>
            <a:ext cx="118872" cy="118872"/>
          </a:xfrm>
          <a:prstGeom prst="ellipse">
            <a:avLst/>
          </a:prstGeom>
          <a:solidFill>
            <a:srgbClr val="173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224528" y="4681728"/>
            <a:ext cx="6702552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500" b="1" lang="ar-SA">
                <a:solidFill>
                  <a:srgbClr val="17355C"/>
                </a:solidFill>
                <a:latin typeface="Tajawal"/>
                <a:cs typeface="Tajawal"/>
              </a:rPr>
              <a:t>أولوية البلاغات – الأسبوع الحالي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807896" y="5138928"/>
            <a:ext cx="6164903" cy="329184"/>
          </a:xfrm>
          <a:prstGeom prst="rect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407408" y="5138928"/>
            <a:ext cx="400488" cy="329184"/>
          </a:xfrm>
          <a:prstGeom prst="rect">
            <a:avLst/>
          </a:prstGeom>
          <a:solidFill>
            <a:srgbClr val="E0A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680960" y="5532120"/>
            <a:ext cx="3291840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800" b="1" lang="ar-SA">
                <a:solidFill>
                  <a:srgbClr val="17355C"/>
                </a:solidFill>
                <a:latin typeface="Tajawal"/>
                <a:cs typeface="Tajawal"/>
              </a:rPr>
              <a:t>828</a:t>
            </a:r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  روتيني (93.9%)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07408" y="5532120"/>
            <a:ext cx="3291840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1"/>
            <a:r>
              <a:rPr sz="1800" b="1" lang="ar-SA">
                <a:solidFill>
                  <a:srgbClr val="C07F2A"/>
                </a:solidFill>
                <a:latin typeface="Tajawal"/>
                <a:cs typeface="Tajawal"/>
              </a:rPr>
              <a:t>54</a:t>
            </a:r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  طارئ (6.1%)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92608" y="137160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3520440" y="1554480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29768" y="1481328"/>
            <a:ext cx="324612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2800" b="1" lang="ar-SA">
                <a:solidFill>
                  <a:srgbClr val="F2C27B"/>
                </a:solidFill>
                <a:latin typeface="Tajawal"/>
                <a:cs typeface="Tajawal"/>
              </a:rPr>
              <a:t>+126.7%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9768" y="2103120"/>
            <a:ext cx="324612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FFFFFF"/>
                </a:solidFill>
                <a:latin typeface="Tajawal"/>
                <a:cs typeface="Tajawal"/>
              </a:rPr>
              <a:t>التغير عن الأسبوع السابق</a:t>
            </a:r>
          </a:p>
          <a:p>
            <a:pPr algn="ctr" rtl="1"/>
            <a:r>
              <a:rPr sz="1100" b="0" lang="ar-SA">
                <a:solidFill>
                  <a:srgbClr val="C3D5D1"/>
                </a:solidFill>
                <a:latin typeface="Tajawal"/>
                <a:cs typeface="Tajawal"/>
              </a:rPr>
              <a:t>882 مقابل 389 بلاغ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92608" y="301752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3520440" y="3200400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9768" y="3127248"/>
            <a:ext cx="324612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2800" b="1" lang="ar-SA">
                <a:solidFill>
                  <a:srgbClr val="A8D5B5"/>
                </a:solidFill>
                <a:latin typeface="Tajawal"/>
                <a:cs typeface="Tajawal"/>
              </a:rPr>
              <a:t>-35.8%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9768" y="3749039"/>
            <a:ext cx="324612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FFFFFF"/>
                </a:solidFill>
                <a:latin typeface="Tajawal"/>
                <a:cs typeface="Tajawal"/>
              </a:rPr>
              <a:t>التغير عن الأسبوع الأول</a:t>
            </a:r>
          </a:p>
          <a:p>
            <a:pPr algn="ctr" rtl="1"/>
            <a:r>
              <a:rPr sz="1100" b="0" lang="ar-SA">
                <a:solidFill>
                  <a:srgbClr val="C3D5D1"/>
                </a:solidFill>
                <a:latin typeface="Tajawal"/>
                <a:cs typeface="Tajawal"/>
              </a:rPr>
              <a:t>882 مقابل 1,374 بلاغ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92608" y="4663440"/>
            <a:ext cx="3520440" cy="150876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520440" y="4846320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29768" y="4773168"/>
            <a:ext cx="324612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2800" b="1" lang="ar-SA">
                <a:solidFill>
                  <a:srgbClr val="FFFFFF"/>
                </a:solidFill>
                <a:latin typeface="Tajawal"/>
                <a:cs typeface="Tajawal"/>
              </a:rPr>
              <a:t>3,720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29768" y="5394959"/>
            <a:ext cx="3246120" cy="73151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FFFFFF"/>
                </a:solidFill>
                <a:latin typeface="Tajawal"/>
                <a:cs typeface="Tajawal"/>
              </a:rPr>
              <a:t>إجمالي آخر 4 أسابيع</a:t>
            </a:r>
          </a:p>
          <a:p>
            <a:pPr algn="ctr" rtl="1"/>
            <a:r>
              <a:rPr sz="1100" b="0" lang="ar-SA">
                <a:solidFill>
                  <a:srgbClr val="C3D5D1"/>
                </a:solidFill>
                <a:latin typeface="Tajawal"/>
                <a:cs typeface="Tajawal"/>
              </a:rPr>
              <a:t>6 سبتمبر – 3 أكتوبر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78" name="Title"/>
          <p:cNvSpPr txBox="1"/>
          <p:nvPr/>
        </p:nvSpPr>
        <p:spPr>
          <a:xfrm>
            <a:off x="1563624" y="484632"/>
            <a:ext cx="9656064" cy="8229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2000" b="1" lang="ar-SA">
                <a:solidFill>
                  <a:srgbClr val="000000"/>
                </a:solidFill>
                <a:latin typeface="Tajawal"/>
                <a:cs typeface="Tajawal"/>
              </a:rPr>
              <a:t>جودة الخدمة وزيارات الاستشاري – جدة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92608" y="914400"/>
            <a:ext cx="548640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1"/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الفترة: 27 سبتمبر – 3 أكتوبر 2026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952744" y="1371600"/>
            <a:ext cx="538581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1009376" y="1591056"/>
            <a:ext cx="118872" cy="118872"/>
          </a:xfrm>
          <a:prstGeom prst="ellipse">
            <a:avLst/>
          </a:prstGeom>
          <a:solidFill>
            <a:srgbClr val="173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135624" y="1481328"/>
            <a:ext cx="4791455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500" b="1" lang="ar-SA">
                <a:solidFill>
                  <a:srgbClr val="17355C"/>
                </a:solidFill>
                <a:latin typeface="Tajawal"/>
                <a:cs typeface="Tajawal"/>
              </a:rPr>
              <a:t>جودة الإغلاق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   البلاغات المعاد فتحها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326880" y="1920240"/>
            <a:ext cx="182880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600" b="1" lang="ar-SA">
                <a:solidFill>
                  <a:srgbClr val="17355C"/>
                </a:solidFill>
                <a:latin typeface="Tajawal"/>
                <a:cs typeface="Tajawal"/>
              </a:rPr>
              <a:t>89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26880" y="2633472"/>
            <a:ext cx="182880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200" b="1" lang="ar-SA">
                <a:solidFill>
                  <a:srgbClr val="1F2A37"/>
                </a:solidFill>
                <a:latin typeface="Tajawal"/>
                <a:cs typeface="Tajawal"/>
              </a:rPr>
              <a:t>بلاغ أُعيد فتحه</a:t>
            </a:r>
          </a:p>
          <a:p>
            <a:pPr algn="ctr" rtl="1"/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3.5% من بلاغات المنطقة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27064" y="1950000"/>
            <a:ext cx="2825496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200" b="1" lang="ar-SA">
                <a:solidFill>
                  <a:srgbClr val="1F2A37"/>
                </a:solidFill>
                <a:latin typeface="Tajawal"/>
                <a:cs typeface="Tajawal"/>
              </a:rPr>
              <a:t>تكرار 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227064" y="1950000"/>
            <a:ext cx="2825496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0"/>
            <a:r>
              <a:rPr sz="1200" b="1" lang="ar-SA">
                <a:solidFill>
                  <a:srgbClr val="17355C"/>
                </a:solidFill>
                <a:latin typeface="Tajawal"/>
                <a:cs typeface="Tajawal"/>
              </a:rPr>
              <a:t>73  (82%)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227064" y="2279184"/>
            <a:ext cx="2825496" cy="128016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6735653" y="2279184"/>
            <a:ext cx="2316906" cy="128016"/>
          </a:xfrm>
          <a:prstGeom prst="roundRect">
            <a:avLst>
              <a:gd name="adj" fmla="val 50000"/>
            </a:avLst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27064" y="2420000"/>
            <a:ext cx="2825496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200" b="1" lang="ar-SA">
                <a:solidFill>
                  <a:srgbClr val="1F2A37"/>
                </a:solidFill>
                <a:latin typeface="Tajawal"/>
                <a:cs typeface="Tajawal"/>
              </a:rPr>
              <a:t>تكرار 2 إلى 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227064" y="2420000"/>
            <a:ext cx="2825496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0"/>
            <a:r>
              <a:rPr sz="1200" b="1" lang="ar-SA">
                <a:solidFill>
                  <a:srgbClr val="17355C"/>
                </a:solidFill>
                <a:latin typeface="Tajawal"/>
                <a:cs typeface="Tajawal"/>
              </a:rPr>
              <a:t>16  (18%)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227064" y="2749184"/>
            <a:ext cx="2825496" cy="128016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8543970" y="2749184"/>
            <a:ext cx="508589" cy="128016"/>
          </a:xfrm>
          <a:prstGeom prst="roundRect">
            <a:avLst>
              <a:gd name="adj" fmla="val 50000"/>
            </a:avLst>
          </a:prstGeom>
          <a:solidFill>
            <a:srgbClr val="E0A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w3 115"/>
          <p:cNvSpPr txBox="1"/>
          <p:nvPr/>
        </p:nvSpPr>
        <p:spPr>
          <a:xfrm>
            <a:off x="6227064" y="2890000"/>
            <a:ext cx="2825496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200" b="1" lang="ar-SA">
                <a:solidFill>
                  <a:srgbClr val="1F2A37"/>
                </a:solidFill>
                <a:latin typeface="Tajawal"/>
                <a:cs typeface="Tajawal"/>
              </a:rPr>
              <a:t>تكرار 4 إلى 8</a:t>
            </a:r>
          </a:p>
        </p:txBody>
      </p:sp>
      <p:sp>
        <p:nvSpPr>
          <p:cNvPr id="116" name="Row3 116"/>
          <p:cNvSpPr txBox="1"/>
          <p:nvPr/>
        </p:nvSpPr>
        <p:spPr>
          <a:xfrm>
            <a:off x="6227064" y="2890000"/>
            <a:ext cx="2825496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0"/>
            <a:r>
              <a:rPr sz="1200" b="1" lang="ar-SA">
                <a:solidFill>
                  <a:srgbClr val="17355C"/>
                </a:solidFill>
                <a:latin typeface="Tajawal"/>
                <a:cs typeface="Tajawal"/>
              </a:rPr>
              <a:t>16  (18%)</a:t>
            </a:r>
          </a:p>
        </p:txBody>
      </p:sp>
      <p:sp>
        <p:nvSpPr>
          <p:cNvPr id="117" name="Row3 117"/>
          <p:cNvSpPr/>
          <p:nvPr/>
        </p:nvSpPr>
        <p:spPr>
          <a:xfrm>
            <a:off x="6227064" y="3219184"/>
            <a:ext cx="2825496" cy="128016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w3 118"/>
          <p:cNvSpPr/>
          <p:nvPr/>
        </p:nvSpPr>
        <p:spPr>
          <a:xfrm>
            <a:off x="8543970" y="3219184"/>
            <a:ext cx="508589" cy="128016"/>
          </a:xfrm>
          <a:prstGeom prst="roundRect">
            <a:avLst>
              <a:gd name="adj" fmla="val 50000"/>
            </a:avLst>
          </a:prstGeom>
          <a:solidFill>
            <a:srgbClr val="C07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292608" y="1371600"/>
            <a:ext cx="538581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5349240" y="1591056"/>
            <a:ext cx="118872" cy="118872"/>
          </a:xfrm>
          <a:prstGeom prst="ellipse">
            <a:avLst/>
          </a:prstGeom>
          <a:solidFill>
            <a:srgbClr val="173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5488" y="1481328"/>
            <a:ext cx="4791455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500" b="1" lang="ar-SA">
                <a:solidFill>
                  <a:srgbClr val="17355C"/>
                </a:solidFill>
                <a:latin typeface="Tajawal"/>
                <a:cs typeface="Tajawal"/>
              </a:rPr>
              <a:t>مؤشر رضا المستفيد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   من استبيان إغلاق الحالة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300984" y="1920240"/>
            <a:ext cx="2194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600" b="1" lang="ar-SA">
                <a:solidFill>
                  <a:srgbClr val="C07F2A"/>
                </a:solidFill>
                <a:latin typeface="Tajawal"/>
                <a:cs typeface="Tajawal"/>
              </a:rPr>
              <a:t>51.6%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300984" y="2670048"/>
            <a:ext cx="21945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200" b="1" lang="ar-SA">
                <a:solidFill>
                  <a:srgbClr val="1F2A37"/>
                </a:solidFill>
                <a:latin typeface="Tajawal"/>
                <a:cs typeface="Tajawal"/>
              </a:rPr>
              <a:t>نسبة رضا المستفيد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483864" y="3090672"/>
            <a:ext cx="1828800" cy="128016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4369003" y="3090672"/>
            <a:ext cx="943660" cy="128016"/>
          </a:xfrm>
          <a:prstGeom prst="roundRect">
            <a:avLst>
              <a:gd name="adj" fmla="val 50000"/>
            </a:avLst>
          </a:prstGeom>
          <a:solidFill>
            <a:srgbClr val="E0A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566928" y="1965960"/>
            <a:ext cx="2551175" cy="1280160"/>
          </a:xfrm>
          <a:prstGeom prst="roundRect">
            <a:avLst>
              <a:gd name="adj" fmla="val 10000"/>
            </a:avLst>
          </a:prstGeom>
          <a:solidFill>
            <a:srgbClr val="F3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66928" y="2011680"/>
            <a:ext cx="2551175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2800" b="1" lang="ar-SA">
                <a:solidFill>
                  <a:srgbClr val="17355C"/>
                </a:solidFill>
                <a:latin typeface="Tajawal"/>
                <a:cs typeface="Tajawal"/>
              </a:rPr>
              <a:t>2.58</a:t>
            </a:r>
            <a:r>
              <a:rPr sz="1600" b="0" lang="ar-SA">
                <a:solidFill>
                  <a:srgbClr val="5A6B7A"/>
                </a:solidFill>
                <a:latin typeface="Tajawal"/>
                <a:cs typeface="Tajawal"/>
              </a:rPr>
              <a:t>  من 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66928" y="2606040"/>
            <a:ext cx="2551175" cy="3200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متوسط تقييم الحالة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73835" y="2944368"/>
            <a:ext cx="1737360" cy="237744"/>
          </a:xfrm>
          <a:prstGeom prst="roundRect">
            <a:avLst>
              <a:gd name="adj" fmla="val 50000"/>
            </a:avLst>
          </a:prstGeom>
          <a:solidFill>
            <a:srgbClr val="FBE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73835" y="2944368"/>
            <a:ext cx="17373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/>
            <a:r>
              <a:rPr sz="1000" b="1" lang="ar-SA">
                <a:solidFill>
                  <a:srgbClr val="C07F2A"/>
                </a:solidFill>
                <a:latin typeface="Tajawal"/>
                <a:cs typeface="Tajawal"/>
              </a:rPr>
              <a:t>الأقل رضا بين المناطق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292608" y="3657600"/>
            <a:ext cx="11045952" cy="2560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1009376" y="3877056"/>
            <a:ext cx="118872" cy="118872"/>
          </a:xfrm>
          <a:prstGeom prst="ellipse">
            <a:avLst/>
          </a:prstGeom>
          <a:solidFill>
            <a:srgbClr val="173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5488" y="3767328"/>
            <a:ext cx="10451592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500" b="1" lang="ar-SA">
                <a:solidFill>
                  <a:srgbClr val="17355C"/>
                </a:solidFill>
                <a:latin typeface="Tajawal"/>
                <a:cs typeface="Tajawal"/>
              </a:rPr>
              <a:t>الزيارات الميدانية للاستشاري على نظام TFMP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   الزيارات التفتيشية – سبتمبر 2026</a:t>
            </a:r>
          </a:p>
        </p:txBody>
      </p:sp>
      <p:graphicFrame>
        <p:nvGraphicFramePr>
          <p:cNvPr id="108" name="Table 107"/>
          <p:cNvGraphicFramePr>
            <a:graphicFrameLocks noGrp="1"/>
          </p:cNvGraphicFramePr>
          <p:nvPr/>
        </p:nvGraphicFramePr>
        <p:xfrm>
          <a:off x="3703320" y="4251960"/>
          <a:ext cx="7406639" cy="1700784"/>
        </p:xfrm>
        <a:graphic>
          <a:graphicData uri="http://schemas.openxmlformats.org/drawingml/2006/table">
            <a:tbl>
              <a:tblPr firstRow="0" bandRow="0"/>
              <a:tblGrid>
                <a:gridCol w="1554480"/>
                <a:gridCol w="1325880"/>
                <a:gridCol w="1325880"/>
                <a:gridCol w="1325880"/>
                <a:gridCol w="1874519"/>
              </a:tblGrid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نسبة الإنجاز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المتبقي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المكتمل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المخطط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الأسبوع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49.2%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121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117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238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الأسبوع الثالث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50.0%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119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119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238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الأسبوع الرابع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</a:tbl>
          </a:graphicData>
        </a:graphic>
      </p:graphicFrame>
      <p:sp>
        <p:nvSpPr>
          <p:cNvPr id="109" name="Rounded Rectangle 108"/>
          <p:cNvSpPr/>
          <p:nvPr/>
        </p:nvSpPr>
        <p:spPr>
          <a:xfrm>
            <a:off x="521208" y="4206240"/>
            <a:ext cx="2907792" cy="1828800"/>
          </a:xfrm>
          <a:prstGeom prst="roundRect">
            <a:avLst>
              <a:gd name="adj" fmla="val 8000"/>
            </a:avLst>
          </a:prstGeom>
          <a:solidFill>
            <a:srgbClr val="F3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21208" y="4297680"/>
            <a:ext cx="2907792" cy="3200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200" b="1" lang="ar-SA">
                <a:solidFill>
                  <a:srgbClr val="1F2A37"/>
                </a:solidFill>
                <a:latin typeface="Tajawal"/>
                <a:cs typeface="Tajawal"/>
              </a:rPr>
              <a:t>نسبة إنجاز الأسبوع الرابع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21208" y="4617720"/>
            <a:ext cx="2907792" cy="6858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200" b="1" lang="ar-SA">
                <a:solidFill>
                  <a:srgbClr val="C07F2A"/>
                </a:solidFill>
                <a:latin typeface="Tajawal"/>
                <a:cs typeface="Tajawal"/>
              </a:rPr>
              <a:t>50.0%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886968" y="5349240"/>
            <a:ext cx="2176272" cy="128016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1975104" y="5349240"/>
            <a:ext cx="1088136" cy="128016"/>
          </a:xfrm>
          <a:prstGeom prst="roundRect">
            <a:avLst>
              <a:gd name="adj" fmla="val 50000"/>
            </a:avLst>
          </a:prstGeom>
          <a:solidFill>
            <a:srgbClr val="E0A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21208" y="5559552"/>
            <a:ext cx="2907792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ارتفاع 0.8 نقطة عن الأسبوع الثالث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78" name="Title"/>
          <p:cNvSpPr txBox="1"/>
          <p:nvPr/>
        </p:nvSpPr>
        <p:spPr>
          <a:xfrm>
            <a:off x="1563624" y="484632"/>
            <a:ext cx="9656064" cy="8229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2000" b="1" lang="ar-SA">
                <a:solidFill>
                  <a:srgbClr val="000000"/>
                </a:solidFill>
                <a:latin typeface="Tajawal"/>
                <a:cs typeface="Tajawal"/>
              </a:rPr>
              <a:t>خطة الصيانة الوقائية لمقدم الخدمة – سبتمبر – الطائف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92608" y="914400"/>
            <a:ext cx="731520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1"/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تقرير متابعة أعمال الصيانة الوقائية  ·  الفترة: 1 – 30 سبتمبر 2026</a:t>
            </a:r>
          </a:p>
        </p:txBody>
      </p:sp>
      <p:graphicFrame>
        <p:nvGraphicFramePr>
          <p:cNvPr id="80" name="Table 79"/>
          <p:cNvGraphicFramePr>
            <a:graphicFrameLocks noGrp="1"/>
          </p:cNvGraphicFramePr>
          <p:nvPr/>
        </p:nvGraphicFramePr>
        <p:xfrm>
          <a:off x="292608" y="1371600"/>
          <a:ext cx="11045952" cy="4425696"/>
        </p:xfrm>
        <a:graphic>
          <a:graphicData uri="http://schemas.openxmlformats.org/drawingml/2006/table">
            <a:tbl>
              <a:tblPr firstRow="0" bandRow="0"/>
              <a:tblGrid>
                <a:gridCol w="1371600"/>
                <a:gridCol w="1325880"/>
                <a:gridCol w="1463040"/>
                <a:gridCol w="1463040"/>
                <a:gridCol w="1463040"/>
                <a:gridCol w="1500000"/>
                <a:gridCol w="2459352"/>
              </a:tblGrid>
              <a:tr h="402336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نسبة الإنجاز من الإجمالي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إجمالي المستهدف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نسبة الإنجاز التراكمية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المحقق التراكمي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المستهدف التراكمي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تاريخ البداية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اسم المهمة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أنظمة الإنذار ومكافحة الحريق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مكيف الهواء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العناصر المعمارية والمدنية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أعمال كهربائية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أعمال البستنة وتنسيق المواقع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أعمال صيانة المصاعد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النظافة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صيانة أنظمة تغذية المياه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صيانة أنظمة دورات المياه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الإجمالي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78" name="Title"/>
          <p:cNvSpPr txBox="1"/>
          <p:nvPr/>
        </p:nvSpPr>
        <p:spPr>
          <a:xfrm>
            <a:off x="1563624" y="484632"/>
            <a:ext cx="9656064" cy="8229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2000" b="1" lang="ar-SA">
                <a:solidFill>
                  <a:srgbClr val="000000"/>
                </a:solidFill>
                <a:latin typeface="Tajawal"/>
                <a:cs typeface="Tajawal"/>
              </a:rPr>
              <a:t>أعلى 10 مدارس رفعت بلاغات – الطائف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92608" y="914400"/>
            <a:ext cx="548640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1"/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الفترة: 27 سبتمبر – 3 أكتوبر 2026</a:t>
            </a:r>
          </a:p>
        </p:txBody>
      </p:sp>
      <p:graphicFrame>
        <p:nvGraphicFramePr>
          <p:cNvPr id="80" name="Table 79"/>
          <p:cNvGraphicFramePr>
            <a:graphicFrameLocks noGrp="1"/>
          </p:cNvGraphicFramePr>
          <p:nvPr/>
        </p:nvGraphicFramePr>
        <p:xfrm>
          <a:off x="292608" y="1371600"/>
          <a:ext cx="11045952" cy="4727448"/>
        </p:xfrm>
        <a:graphic>
          <a:graphicData uri="http://schemas.openxmlformats.org/drawingml/2006/table">
            <a:tbl>
              <a:tblPr firstRow="0" bandRow="0"/>
              <a:tblGrid>
                <a:gridCol w="1737360"/>
                <a:gridCol w="1737360"/>
                <a:gridCol w="5010912"/>
                <a:gridCol w="1737360"/>
                <a:gridCol w="822960"/>
              </a:tblGrid>
              <a:tr h="429768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منها طارئة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عدد البلاغات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اسم المبنى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الرقم الوزاري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الترتيب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24 (2.7%)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أبى ذر الغفارى المتوسطة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29482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13 (1.5%)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الإبتدائية العشرون بالطائف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30530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 (8.3%)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12 (1.4%)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عبدالله بن رواحه المتوسطة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29475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11 (1.2%)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الإبتدائية الواحد والثمانون بالطائف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31501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4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 (10.0%)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10 (1.1%)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إبتدائية التحفيظ الثانية بالطائف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30767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5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10 (1.1%)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ابتدائية حفصة بنت عمر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130511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9 (1.0%)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الثانوية الرابعة بالطائف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S-M3930995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7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 (11.1%)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9 (1.0%)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الإبتدائية السادسة والعشرون بالطائف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30536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8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 (11.1%)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9 (1.0%)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الروضة الرابعة عشرة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S-31652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9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8 (0.9%)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الإبتدائية الحادية والعشرون بالطائف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30531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7AD9C4F6-1753-20C5-8991-4450175D2079}"/>
              </a:ext>
            </a:extLst>
          </p:cNvPr>
          <p:cNvSpPr txBox="1">
            <a:spLocks/>
          </p:cNvSpPr>
          <p:nvPr/>
        </p:nvSpPr>
        <p:spPr>
          <a:xfrm>
            <a:off x="316121" y="4267845"/>
            <a:ext cx="7554556" cy="1134471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eaLnBrk="1" hangingPunct="1">
              <a:lnSpc>
                <a:spcPct val="90000"/>
              </a:lnSpc>
              <a:buClr>
                <a:srgbClr val="0090A2"/>
              </a:buClr>
              <a:buSzPts val="7200"/>
              <a:buFont typeface="Helvetica Neue" panose="02000503000000020004" pitchFamily="2" charset="0"/>
              <a:buNone/>
            </a:pPr>
            <a:r>
              <a:rPr lang="ar-EG" altLang="en-SA" sz="2800" b="1" dirty="0">
                <a:solidFill>
                  <a:schemeClr val="bg1"/>
                </a:solidFill>
                <a:latin typeface="Tajawal" pitchFamily="2" charset="-78"/>
                <a:ea typeface="Helvetica Neue" panose="02000503000000020004" pitchFamily="2" charset="0"/>
                <a:cs typeface="Tajawal" pitchFamily="2" charset="-78"/>
                <a:sym typeface="Helvetica Neue" panose="02000503000000020004" pitchFamily="2" charset="0"/>
              </a:rPr>
              <a:t>تقرير متابعة البلاغات – منطقة جدة</a:t>
            </a:r>
            <a:br>
              <a:rPr lang="en-US" altLang="en-SA" sz="2400" b="1" dirty="0">
                <a:solidFill>
                  <a:schemeClr val="bg1"/>
                </a:solidFill>
                <a:latin typeface="Tajawal" pitchFamily="2" charset="-78"/>
                <a:ea typeface="Helvetica Neue" panose="02000503000000020004" pitchFamily="2" charset="0"/>
                <a:cs typeface="Tajawal" pitchFamily="2" charset="-78"/>
                <a:sym typeface="Helvetica Neue" panose="02000503000000020004" pitchFamily="2" charset="0"/>
              </a:rPr>
            </a:br>
            <a:r>
              <a:rPr lang="ar-EG" altLang="en-SA" sz="2400" b="1" dirty="0">
                <a:solidFill>
                  <a:schemeClr val="bg1"/>
                </a:solidFill>
                <a:latin typeface="Tajawal" pitchFamily="2" charset="-78"/>
                <a:ea typeface="Helvetica Neue" panose="02000503000000020004" pitchFamily="2" charset="0"/>
                <a:cs typeface="Tajawal" pitchFamily="2" charset="-78"/>
                <a:sym typeface="Helvetica Neue" panose="02000503000000020004" pitchFamily="2" charset="0"/>
              </a:rPr>
              <a:t>27 سبتمبر – 3 أكتوبر 2026</a:t>
            </a:r>
            <a:endParaRPr lang="en-SA" altLang="en-SA" sz="2400" b="1" dirty="0">
              <a:solidFill>
                <a:srgbClr val="0090A2"/>
              </a:solidFill>
              <a:latin typeface="Tajawal" pitchFamily="2" charset="-78"/>
              <a:ea typeface="Helvetica Neue" panose="02000503000000020004" pitchFamily="2" charset="0"/>
              <a:cs typeface="Tajawal" pitchFamily="2" charset="-78"/>
              <a:sym typeface="Helvetica Neue" panose="02000503000000020004" pitchFamily="2" charset="0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78" name="Title"/>
          <p:cNvSpPr txBox="1"/>
          <p:nvPr/>
        </p:nvSpPr>
        <p:spPr>
          <a:xfrm>
            <a:off x="1563624" y="484632"/>
            <a:ext cx="9656064" cy="8229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2000" b="1" lang="ar-SA">
                <a:solidFill>
                  <a:srgbClr val="000000"/>
                </a:solidFill>
                <a:latin typeface="Tajawal"/>
                <a:cs typeface="Tajawal"/>
              </a:rPr>
              <a:t>نظرة عامة على البلاغات – جدة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92608" y="914400"/>
            <a:ext cx="548640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1"/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الفترة: 27 سبتمبر – 3 أكتوبر 2026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748522" y="1371600"/>
            <a:ext cx="2590038" cy="1572768"/>
          </a:xfrm>
          <a:prstGeom prst="roundRect">
            <a:avLst>
              <a:gd name="adj" fmla="val 10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1045952" y="1554480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839962" y="1517904"/>
            <a:ext cx="2407158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FFFFFF"/>
                </a:solidFill>
                <a:latin typeface="Tajawal"/>
                <a:cs typeface="Tajawal"/>
              </a:rPr>
              <a:t>2,528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39962" y="2267712"/>
            <a:ext cx="2407158" cy="612647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FFFFFF"/>
                </a:solidFill>
                <a:latin typeface="Tajawal"/>
                <a:cs typeface="Tajawal"/>
              </a:rPr>
              <a:t>البلاغات الأسبوعية</a:t>
            </a:r>
          </a:p>
          <a:p>
            <a:pPr algn="ctr" rtl="1"/>
            <a:r>
              <a:rPr sz="1100" b="0" lang="ar-SA">
                <a:solidFill>
                  <a:srgbClr val="C3D5D1"/>
                </a:solidFill>
                <a:latin typeface="Tajawal"/>
                <a:cs typeface="Tajawal"/>
              </a:rPr>
              <a:t>35.8% من إجمالي القطاع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929884" y="1371600"/>
            <a:ext cx="2590038" cy="1572768"/>
          </a:xfrm>
          <a:prstGeom prst="roundRect">
            <a:avLst>
              <a:gd name="adj" fmla="val 10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227314" y="1554480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021324" y="1517904"/>
            <a:ext cx="2407158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FFFFFF"/>
                </a:solidFill>
                <a:latin typeface="Tajawal"/>
                <a:cs typeface="Tajawal"/>
              </a:rP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21324" y="2267712"/>
            <a:ext cx="2407158" cy="612647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FFFFFF"/>
                </a:solidFill>
                <a:latin typeface="Tajawal"/>
                <a:cs typeface="Tajawal"/>
              </a:rPr>
              <a:t>التراكمي من بداية الشهر</a:t>
            </a:r>
          </a:p>
          <a:p>
            <a:pPr algn="ctr" rtl="1"/>
            <a:r>
              <a:rPr sz="1100" b="0" lang="ar-SA">
                <a:solidFill>
                  <a:srgbClr val="C3D5D1"/>
                </a:solidFill>
                <a:latin typeface="Tajawal"/>
                <a:cs typeface="Tajawal"/>
              </a:rPr>
              <a:t>إجمالي البلاغات منذ بداية الشهر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111246" y="1371600"/>
            <a:ext cx="2590038" cy="1572768"/>
          </a:xfrm>
          <a:prstGeom prst="roundRect">
            <a:avLst>
              <a:gd name="adj" fmla="val 10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408675" y="1554480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202686" y="1517904"/>
            <a:ext cx="2407158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FFFFFF"/>
                </a:solidFill>
                <a:latin typeface="Tajawal"/>
                <a:cs typeface="Tajawal"/>
              </a:rPr>
              <a:t>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202686" y="2267712"/>
            <a:ext cx="2407158" cy="612647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FFFFFF"/>
                </a:solidFill>
                <a:latin typeface="Tajawal"/>
                <a:cs typeface="Tajawal"/>
              </a:rPr>
              <a:t>الالتزام بمستوى الخدمة SLA</a:t>
            </a:r>
          </a:p>
          <a:p>
            <a:pPr algn="ctr" rtl="1"/>
            <a:r>
              <a:rPr sz="1100" b="0" lang="ar-SA">
                <a:solidFill>
                  <a:srgbClr val="C3D5D1"/>
                </a:solidFill>
                <a:latin typeface="Tajawal"/>
                <a:cs typeface="Tajawal"/>
              </a:rPr>
              <a:t>نسبة البلاغات ضمن SLA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92608" y="1371600"/>
            <a:ext cx="2590038" cy="1572768"/>
          </a:xfrm>
          <a:prstGeom prst="roundRect">
            <a:avLst>
              <a:gd name="adj" fmla="val 10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2590038" y="1554480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84048" y="1517904"/>
            <a:ext cx="2407158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FFFFFF"/>
                </a:solidFill>
                <a:latin typeface="Tajawal"/>
                <a:cs typeface="Tajawal"/>
              </a:rPr>
              <a:t>51.6%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84048" y="2267712"/>
            <a:ext cx="2407158" cy="612647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FFFFFF"/>
                </a:solidFill>
                <a:latin typeface="Tajawal"/>
                <a:cs typeface="Tajawal"/>
              </a:rPr>
              <a:t>نسبة رضا المستفيد</a:t>
            </a:r>
          </a:p>
          <a:p>
            <a:pPr algn="ctr" rtl="1"/>
            <a:r>
              <a:rPr sz="1100" b="0" lang="ar-SA">
                <a:solidFill>
                  <a:srgbClr val="C3D5D1"/>
                </a:solidFill>
                <a:latin typeface="Tajawal"/>
                <a:cs typeface="Tajawal"/>
              </a:rPr>
              <a:t>متوسط التقييم 2.58 / 5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748522" y="3108960"/>
            <a:ext cx="2590038" cy="56692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858250" y="3108960"/>
            <a:ext cx="237058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700" b="1" lang="ar-SA">
                <a:solidFill>
                  <a:srgbClr val="17355C"/>
                </a:solidFill>
                <a:latin typeface="Tajawal"/>
                <a:cs typeface="Tajawal"/>
              </a:rPr>
              <a:t>208  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بلاغات طارئة (8.2%)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929884" y="3108960"/>
            <a:ext cx="2590038" cy="56692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039612" y="3108960"/>
            <a:ext cx="237058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700" b="1" lang="ar-SA">
                <a:solidFill>
                  <a:srgbClr val="17355C"/>
                </a:solidFill>
                <a:latin typeface="Tajawal"/>
                <a:cs typeface="Tajawal"/>
              </a:rPr>
              <a:t>89  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بلاغات أُعيد فتحها (3.5%)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111246" y="3108960"/>
            <a:ext cx="2590038" cy="56692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220974" y="3108960"/>
            <a:ext cx="237058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700" b="1" lang="ar-SA">
                <a:solidFill>
                  <a:srgbClr val="17355C"/>
                </a:solidFill>
                <a:latin typeface="Tajawal"/>
                <a:cs typeface="Tajawal"/>
              </a:rPr>
              <a:t>235  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قيد موافقة الاستشاري (9.3%)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92608" y="3108960"/>
            <a:ext cx="2590038" cy="56692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02336" y="3108960"/>
            <a:ext cx="237058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700" b="1" lang="ar-SA">
                <a:solidFill>
                  <a:srgbClr val="17355C"/>
                </a:solidFill>
                <a:latin typeface="Tajawal"/>
                <a:cs typeface="Tajawal"/>
              </a:rPr>
              <a:t>565  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عدد المباني التعليمية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92608" y="3840480"/>
            <a:ext cx="1104595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600" b="1" lang="ar-SA">
                <a:solidFill>
                  <a:srgbClr val="17355C"/>
                </a:solidFill>
                <a:latin typeface="Tajawal"/>
                <a:cs typeface="Tajawal"/>
              </a:rPr>
              <a:t>بلاغات الأمن والسلامة</a:t>
            </a:r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     331 بلاغ  ·  41.6% من بلاغات الأمن والسلامة في القطاع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8748522" y="4315968"/>
            <a:ext cx="2590038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885682" y="4453128"/>
            <a:ext cx="2315718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17355C"/>
                </a:solidFill>
                <a:latin typeface="Tajawal"/>
                <a:cs typeface="Tajawal"/>
              </a:rPr>
              <a:t>173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885682" y="5093207"/>
            <a:ext cx="2315718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1F2A37"/>
                </a:solidFill>
                <a:latin typeface="Tajawal"/>
                <a:cs typeface="Tajawal"/>
              </a:rPr>
              <a:t>أنظمة الأمن والسلامة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9022842" y="5532120"/>
            <a:ext cx="2041398" cy="118872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9997285" y="5532120"/>
            <a:ext cx="1066954" cy="118872"/>
          </a:xfrm>
          <a:prstGeom prst="roundRect">
            <a:avLst>
              <a:gd name="adj" fmla="val 50000"/>
            </a:avLst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885682" y="5687568"/>
            <a:ext cx="2315718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000" b="0" lang="ar-SA">
                <a:solidFill>
                  <a:srgbClr val="5A6B7A"/>
                </a:solidFill>
                <a:latin typeface="Tajawal"/>
                <a:cs typeface="Tajawal"/>
              </a:rPr>
              <a:t>52.3% من بلاغات الأمن والسلامة بالمنطقة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5929884" y="4315968"/>
            <a:ext cx="2590038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067044" y="4453128"/>
            <a:ext cx="2315718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17355C"/>
                </a:solidFill>
                <a:latin typeface="Tajawal"/>
                <a:cs typeface="Tajawal"/>
              </a:rPr>
              <a:t>102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067044" y="5093207"/>
            <a:ext cx="2315718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1F2A37"/>
                </a:solidFill>
                <a:latin typeface="Tajawal"/>
                <a:cs typeface="Tajawal"/>
              </a:rPr>
              <a:t>أعمال الكهرباء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204204" y="5532120"/>
            <a:ext cx="2041398" cy="118872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7616530" y="5532120"/>
            <a:ext cx="629071" cy="118872"/>
          </a:xfrm>
          <a:prstGeom prst="roundRect">
            <a:avLst>
              <a:gd name="adj" fmla="val 50000"/>
            </a:avLst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067044" y="5687568"/>
            <a:ext cx="2315718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000" b="0" lang="ar-SA">
                <a:solidFill>
                  <a:srgbClr val="5A6B7A"/>
                </a:solidFill>
                <a:latin typeface="Tajawal"/>
                <a:cs typeface="Tajawal"/>
              </a:rPr>
              <a:t>30.8% من بلاغات الأمن والسلامة بالمنطقة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3111246" y="4315968"/>
            <a:ext cx="2590038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248406" y="4453128"/>
            <a:ext cx="2315718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17355C"/>
                </a:solidFill>
                <a:latin typeface="Tajawal"/>
                <a:cs typeface="Tajawal"/>
              </a:rPr>
              <a:t>50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248406" y="5093207"/>
            <a:ext cx="2315718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1F2A37"/>
                </a:solidFill>
                <a:latin typeface="Tajawal"/>
                <a:cs typeface="Tajawal"/>
              </a:rPr>
              <a:t>مخارج الطوارئ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385565" y="5532120"/>
            <a:ext cx="2041398" cy="118872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5118595" y="5532120"/>
            <a:ext cx="308368" cy="118872"/>
          </a:xfrm>
          <a:prstGeom prst="roundRect">
            <a:avLst>
              <a:gd name="adj" fmla="val 50000"/>
            </a:avLst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248406" y="5687568"/>
            <a:ext cx="2315718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000" b="0" lang="ar-SA">
                <a:solidFill>
                  <a:srgbClr val="5A6B7A"/>
                </a:solidFill>
                <a:latin typeface="Tajawal"/>
                <a:cs typeface="Tajawal"/>
              </a:rPr>
              <a:t>15.1% من بلاغات الأمن والسلامة بالمنطقة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92608" y="4315968"/>
            <a:ext cx="2590038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429768" y="4453128"/>
            <a:ext cx="2315718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000" b="1" lang="ar-SA">
                <a:solidFill>
                  <a:srgbClr val="17355C"/>
                </a:solidFill>
                <a:latin typeface="Tajawal"/>
                <a:cs typeface="Tajawal"/>
              </a:rPr>
              <a:t>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9768" y="5093207"/>
            <a:ext cx="2315718" cy="3474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1F2A37"/>
                </a:solidFill>
                <a:latin typeface="Tajawal"/>
                <a:cs typeface="Tajawal"/>
              </a:rPr>
              <a:t>المصاعد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66928" y="5532120"/>
            <a:ext cx="2041398" cy="118872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2571321" y="5532120"/>
            <a:ext cx="37004" cy="118872"/>
          </a:xfrm>
          <a:prstGeom prst="roundRect">
            <a:avLst>
              <a:gd name="adj" fmla="val 50000"/>
            </a:avLst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29768" y="5687568"/>
            <a:ext cx="2315718" cy="274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000" b="0" lang="ar-SA">
                <a:solidFill>
                  <a:srgbClr val="5A6B7A"/>
                </a:solidFill>
                <a:latin typeface="Tajawal"/>
                <a:cs typeface="Tajawal"/>
              </a:rPr>
              <a:t>1.8% من بلاغات الأمن والسلامة بالمنطقة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78" name="Title"/>
          <p:cNvSpPr txBox="1"/>
          <p:nvPr/>
        </p:nvSpPr>
        <p:spPr>
          <a:xfrm>
            <a:off x="1563624" y="484632"/>
            <a:ext cx="9656064" cy="8229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2000" b="1" lang="ar-SA">
                <a:solidFill>
                  <a:srgbClr val="000000"/>
                </a:solidFill>
                <a:latin typeface="Tajawal"/>
                <a:cs typeface="Tajawal"/>
              </a:rPr>
              <a:t>اتجاه البلاغات والأولوية – جدة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92608" y="914400"/>
            <a:ext cx="548640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1"/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آخر 4 أسابيع: 6 سبتمبر – 3 أكتوبر 2026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041648" y="1371600"/>
            <a:ext cx="729691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1009376" y="1591056"/>
            <a:ext cx="118872" cy="118872"/>
          </a:xfrm>
          <a:prstGeom prst="ellipse">
            <a:avLst/>
          </a:prstGeom>
          <a:solidFill>
            <a:srgbClr val="173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224528" y="1481328"/>
            <a:ext cx="6702552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500" b="1" lang="ar-SA">
                <a:solidFill>
                  <a:srgbClr val="17355C"/>
                </a:solidFill>
                <a:latin typeface="Tajawal"/>
                <a:cs typeface="Tajawal"/>
              </a:rPr>
              <a:t>عدد البلاغات أسبوعياً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   6 سبتمبر – 3 أكتوبر</a:t>
            </a:r>
          </a:p>
        </p:txBody>
      </p:sp>
      <p:graphicFrame>
        <p:nvGraphicFramePr>
          <p:cNvPr id="83" name="Chart 82"/>
          <p:cNvGraphicFramePr>
            <a:graphicFrameLocks noGrp="1"/>
          </p:cNvGraphicFramePr>
          <p:nvPr/>
        </p:nvGraphicFramePr>
        <p:xfrm>
          <a:off x="4224528" y="1783080"/>
          <a:ext cx="6931152" cy="2514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4" name="Rounded Rectangle 83"/>
          <p:cNvSpPr/>
          <p:nvPr/>
        </p:nvSpPr>
        <p:spPr>
          <a:xfrm>
            <a:off x="4041648" y="4572000"/>
            <a:ext cx="729691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1009376" y="4791456"/>
            <a:ext cx="118872" cy="118872"/>
          </a:xfrm>
          <a:prstGeom prst="ellipse">
            <a:avLst/>
          </a:prstGeom>
          <a:solidFill>
            <a:srgbClr val="173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224528" y="4681728"/>
            <a:ext cx="6702552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500" b="1" lang="ar-SA">
                <a:solidFill>
                  <a:srgbClr val="17355C"/>
                </a:solidFill>
                <a:latin typeface="Tajawal"/>
                <a:cs typeface="Tajawal"/>
              </a:rPr>
              <a:t>أولوية البلاغات – الأسبوع الحالي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945770" y="5138928"/>
            <a:ext cx="6027029" cy="329184"/>
          </a:xfrm>
          <a:prstGeom prst="rect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407408" y="5138928"/>
            <a:ext cx="538362" cy="329184"/>
          </a:xfrm>
          <a:prstGeom prst="rect">
            <a:avLst/>
          </a:prstGeom>
          <a:solidFill>
            <a:srgbClr val="E0A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680960" y="5532120"/>
            <a:ext cx="3291840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800" b="1" lang="ar-SA">
                <a:solidFill>
                  <a:srgbClr val="17355C"/>
                </a:solidFill>
                <a:latin typeface="Tajawal"/>
                <a:cs typeface="Tajawal"/>
              </a:rPr>
              <a:t>2,320</a:t>
            </a:r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  روتيني (91.8%)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07408" y="5532120"/>
            <a:ext cx="3291840" cy="4572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1"/>
            <a:r>
              <a:rPr sz="1800" b="1" lang="ar-SA">
                <a:solidFill>
                  <a:srgbClr val="C07F2A"/>
                </a:solidFill>
                <a:latin typeface="Tajawal"/>
                <a:cs typeface="Tajawal"/>
              </a:rPr>
              <a:t>208</a:t>
            </a:r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  طارئ (8.2%)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92608" y="137160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3520440" y="1554480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29768" y="1481328"/>
            <a:ext cx="324612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2800" b="1" lang="ar-SA">
                <a:solidFill>
                  <a:srgbClr val="F2C27B"/>
                </a:solidFill>
                <a:latin typeface="Tajawal"/>
                <a:cs typeface="Tajawal"/>
              </a:rPr>
              <a:t>+40.6%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9768" y="2103120"/>
            <a:ext cx="324612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FFFFFF"/>
                </a:solidFill>
                <a:latin typeface="Tajawal"/>
                <a:cs typeface="Tajawal"/>
              </a:rPr>
              <a:t>التغير عن الأسبوع السابق</a:t>
            </a:r>
          </a:p>
          <a:p>
            <a:pPr algn="ctr" rtl="1"/>
            <a:r>
              <a:rPr sz="1100" b="0" lang="ar-SA">
                <a:solidFill>
                  <a:srgbClr val="C3D5D1"/>
                </a:solidFill>
                <a:latin typeface="Tajawal"/>
                <a:cs typeface="Tajawal"/>
              </a:rPr>
              <a:t>2,528 مقابل 1,798 بلاغ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92608" y="301752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3520440" y="3200400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9768" y="3127248"/>
            <a:ext cx="324612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2800" b="1" lang="ar-SA">
                <a:solidFill>
                  <a:srgbClr val="A8D5B5"/>
                </a:solidFill>
                <a:latin typeface="Tajawal"/>
                <a:cs typeface="Tajawal"/>
              </a:rPr>
              <a:t>-18.2%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9768" y="3749039"/>
            <a:ext cx="3246120" cy="6858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FFFFFF"/>
                </a:solidFill>
                <a:latin typeface="Tajawal"/>
                <a:cs typeface="Tajawal"/>
              </a:rPr>
              <a:t>التغير عن الأسبوع الأول</a:t>
            </a:r>
          </a:p>
          <a:p>
            <a:pPr algn="ctr" rtl="1"/>
            <a:r>
              <a:rPr sz="1100" b="0" lang="ar-SA">
                <a:solidFill>
                  <a:srgbClr val="C3D5D1"/>
                </a:solidFill>
                <a:latin typeface="Tajawal"/>
                <a:cs typeface="Tajawal"/>
              </a:rPr>
              <a:t>2,528 مقابل 3,089 بلاغ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92608" y="4663440"/>
            <a:ext cx="3520440" cy="1508760"/>
          </a:xfrm>
          <a:prstGeom prst="roundRect">
            <a:avLst>
              <a:gd name="adj" fmla="val 8000"/>
            </a:avLst>
          </a:prstGeom>
          <a:solidFill>
            <a:srgbClr val="26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520440" y="4846320"/>
            <a:ext cx="128016" cy="128016"/>
          </a:xfrm>
          <a:prstGeom prst="ellipse">
            <a:avLst/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29768" y="4773168"/>
            <a:ext cx="324612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2800" b="1" lang="ar-SA">
                <a:solidFill>
                  <a:srgbClr val="FFFFFF"/>
                </a:solidFill>
                <a:latin typeface="Tajawal"/>
                <a:cs typeface="Tajawal"/>
              </a:rPr>
              <a:t>10,756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29768" y="5394959"/>
            <a:ext cx="3246120" cy="73151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300" b="1" lang="ar-SA">
                <a:solidFill>
                  <a:srgbClr val="FFFFFF"/>
                </a:solidFill>
                <a:latin typeface="Tajawal"/>
                <a:cs typeface="Tajawal"/>
              </a:rPr>
              <a:t>إجمالي آخر 4 أسابيع</a:t>
            </a:r>
          </a:p>
          <a:p>
            <a:pPr algn="ctr" rtl="1"/>
            <a:r>
              <a:rPr sz="1100" b="0" lang="ar-SA">
                <a:solidFill>
                  <a:srgbClr val="C3D5D1"/>
                </a:solidFill>
                <a:latin typeface="Tajawal"/>
                <a:cs typeface="Tajawal"/>
              </a:rPr>
              <a:t>6 سبتمبر – 3 أكتوبر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78" name="Title"/>
          <p:cNvSpPr txBox="1"/>
          <p:nvPr/>
        </p:nvSpPr>
        <p:spPr>
          <a:xfrm>
            <a:off x="1563624" y="484632"/>
            <a:ext cx="9656064" cy="8229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2000" b="1" lang="ar-SA">
                <a:solidFill>
                  <a:srgbClr val="000000"/>
                </a:solidFill>
                <a:latin typeface="Tajawal"/>
                <a:cs typeface="Tajawal"/>
              </a:rPr>
              <a:t>جودة الخدمة وزيارات الاستشاري – جدة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92608" y="914400"/>
            <a:ext cx="548640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1"/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الفترة: 27 سبتمبر – 3 أكتوبر 2026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952744" y="1371600"/>
            <a:ext cx="538581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1009376" y="1591056"/>
            <a:ext cx="118872" cy="118872"/>
          </a:xfrm>
          <a:prstGeom prst="ellipse">
            <a:avLst/>
          </a:prstGeom>
          <a:solidFill>
            <a:srgbClr val="173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135624" y="1481328"/>
            <a:ext cx="4791455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500" b="1" lang="ar-SA">
                <a:solidFill>
                  <a:srgbClr val="17355C"/>
                </a:solidFill>
                <a:latin typeface="Tajawal"/>
                <a:cs typeface="Tajawal"/>
              </a:rPr>
              <a:t>جودة الإغلاق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   البلاغات المعاد فتحها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326880" y="1920240"/>
            <a:ext cx="182880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600" b="1" lang="ar-SA">
                <a:solidFill>
                  <a:srgbClr val="17355C"/>
                </a:solidFill>
                <a:latin typeface="Tajawal"/>
                <a:cs typeface="Tajawal"/>
              </a:rPr>
              <a:t>89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26880" y="2633472"/>
            <a:ext cx="182880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 rtl="1"/>
            <a:r>
              <a:rPr sz="1200" b="1" lang="ar-SA">
                <a:solidFill>
                  <a:srgbClr val="1F2A37"/>
                </a:solidFill>
                <a:latin typeface="Tajawal"/>
                <a:cs typeface="Tajawal"/>
              </a:rPr>
              <a:t>بلاغ أُعيد فتحه</a:t>
            </a:r>
          </a:p>
          <a:p>
            <a:pPr algn="ctr" rtl="1"/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3.5% من بلاغات المنطقة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27064" y="1950000"/>
            <a:ext cx="2825496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200" b="1" lang="ar-SA">
                <a:solidFill>
                  <a:srgbClr val="1F2A37"/>
                </a:solidFill>
                <a:latin typeface="Tajawal"/>
                <a:cs typeface="Tajawal"/>
              </a:rPr>
              <a:t>تكرار 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227064" y="1950000"/>
            <a:ext cx="2825496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0"/>
            <a:r>
              <a:rPr sz="1200" b="1" lang="ar-SA">
                <a:solidFill>
                  <a:srgbClr val="17355C"/>
                </a:solidFill>
                <a:latin typeface="Tajawal"/>
                <a:cs typeface="Tajawal"/>
              </a:rPr>
              <a:t>73  (82%)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227064" y="2279184"/>
            <a:ext cx="2825496" cy="128016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6735653" y="2279184"/>
            <a:ext cx="2316906" cy="128016"/>
          </a:xfrm>
          <a:prstGeom prst="roundRect">
            <a:avLst>
              <a:gd name="adj" fmla="val 50000"/>
            </a:avLst>
          </a:prstGeom>
          <a:solidFill>
            <a:srgbClr val="89A8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27064" y="2420000"/>
            <a:ext cx="2825496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200" b="1" lang="ar-SA">
                <a:solidFill>
                  <a:srgbClr val="1F2A37"/>
                </a:solidFill>
                <a:latin typeface="Tajawal"/>
                <a:cs typeface="Tajawal"/>
              </a:rPr>
              <a:t>تكرار 2 إلى 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227064" y="2420000"/>
            <a:ext cx="2825496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0"/>
            <a:r>
              <a:rPr sz="1200" b="1" lang="ar-SA">
                <a:solidFill>
                  <a:srgbClr val="17355C"/>
                </a:solidFill>
                <a:latin typeface="Tajawal"/>
                <a:cs typeface="Tajawal"/>
              </a:rPr>
              <a:t>16  (18%)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227064" y="2749184"/>
            <a:ext cx="2825496" cy="128016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8543970" y="2749184"/>
            <a:ext cx="508589" cy="128016"/>
          </a:xfrm>
          <a:prstGeom prst="roundRect">
            <a:avLst>
              <a:gd name="adj" fmla="val 50000"/>
            </a:avLst>
          </a:prstGeom>
          <a:solidFill>
            <a:srgbClr val="E0A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w3 115"/>
          <p:cNvSpPr txBox="1"/>
          <p:nvPr/>
        </p:nvSpPr>
        <p:spPr>
          <a:xfrm>
            <a:off x="6227064" y="2890000"/>
            <a:ext cx="2825496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200" b="1" lang="ar-SA">
                <a:solidFill>
                  <a:srgbClr val="1F2A37"/>
                </a:solidFill>
                <a:latin typeface="Tajawal"/>
                <a:cs typeface="Tajawal"/>
              </a:rPr>
              <a:t>تكرار 4 إلى 8</a:t>
            </a:r>
          </a:p>
        </p:txBody>
      </p:sp>
      <p:sp>
        <p:nvSpPr>
          <p:cNvPr id="116" name="Row3 116"/>
          <p:cNvSpPr txBox="1"/>
          <p:nvPr/>
        </p:nvSpPr>
        <p:spPr>
          <a:xfrm>
            <a:off x="6227064" y="2890000"/>
            <a:ext cx="2825496" cy="29260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0"/>
            <a:r>
              <a:rPr sz="1200" b="1" lang="ar-SA">
                <a:solidFill>
                  <a:srgbClr val="17355C"/>
                </a:solidFill>
                <a:latin typeface="Tajawal"/>
                <a:cs typeface="Tajawal"/>
              </a:rPr>
              <a:t>16  (18%)</a:t>
            </a:r>
          </a:p>
        </p:txBody>
      </p:sp>
      <p:sp>
        <p:nvSpPr>
          <p:cNvPr id="117" name="Row3 117"/>
          <p:cNvSpPr/>
          <p:nvPr/>
        </p:nvSpPr>
        <p:spPr>
          <a:xfrm>
            <a:off x="6227064" y="3219184"/>
            <a:ext cx="2825496" cy="128016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w3 118"/>
          <p:cNvSpPr/>
          <p:nvPr/>
        </p:nvSpPr>
        <p:spPr>
          <a:xfrm>
            <a:off x="8543970" y="3219184"/>
            <a:ext cx="508589" cy="128016"/>
          </a:xfrm>
          <a:prstGeom prst="roundRect">
            <a:avLst>
              <a:gd name="adj" fmla="val 50000"/>
            </a:avLst>
          </a:prstGeom>
          <a:solidFill>
            <a:srgbClr val="C07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292608" y="1371600"/>
            <a:ext cx="538581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5349240" y="1591056"/>
            <a:ext cx="118872" cy="118872"/>
          </a:xfrm>
          <a:prstGeom prst="ellipse">
            <a:avLst/>
          </a:prstGeom>
          <a:solidFill>
            <a:srgbClr val="173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5488" y="1481328"/>
            <a:ext cx="4791455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500" b="1" lang="ar-SA">
                <a:solidFill>
                  <a:srgbClr val="17355C"/>
                </a:solidFill>
                <a:latin typeface="Tajawal"/>
                <a:cs typeface="Tajawal"/>
              </a:rPr>
              <a:t>مؤشر رضا المستفيد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   من استبيان إغلاق الحالة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300984" y="1920240"/>
            <a:ext cx="219456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600" b="1" lang="ar-SA">
                <a:solidFill>
                  <a:srgbClr val="C07F2A"/>
                </a:solidFill>
                <a:latin typeface="Tajawal"/>
                <a:cs typeface="Tajawal"/>
              </a:rPr>
              <a:t>51.6%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300984" y="2670048"/>
            <a:ext cx="219456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200" b="1" lang="ar-SA">
                <a:solidFill>
                  <a:srgbClr val="1F2A37"/>
                </a:solidFill>
                <a:latin typeface="Tajawal"/>
                <a:cs typeface="Tajawal"/>
              </a:rPr>
              <a:t>نسبة رضا المستفيد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483864" y="3090672"/>
            <a:ext cx="1828800" cy="128016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4369003" y="3090672"/>
            <a:ext cx="943660" cy="128016"/>
          </a:xfrm>
          <a:prstGeom prst="roundRect">
            <a:avLst>
              <a:gd name="adj" fmla="val 50000"/>
            </a:avLst>
          </a:prstGeom>
          <a:solidFill>
            <a:srgbClr val="E0A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566928" y="1965960"/>
            <a:ext cx="2551175" cy="1280160"/>
          </a:xfrm>
          <a:prstGeom prst="roundRect">
            <a:avLst>
              <a:gd name="adj" fmla="val 10000"/>
            </a:avLst>
          </a:prstGeom>
          <a:solidFill>
            <a:srgbClr val="F3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66928" y="2011680"/>
            <a:ext cx="2551175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2800" b="1" lang="ar-SA">
                <a:solidFill>
                  <a:srgbClr val="17355C"/>
                </a:solidFill>
                <a:latin typeface="Tajawal"/>
                <a:cs typeface="Tajawal"/>
              </a:rPr>
              <a:t>2.58</a:t>
            </a:r>
            <a:r>
              <a:rPr sz="1600" b="0" lang="ar-SA">
                <a:solidFill>
                  <a:srgbClr val="5A6B7A"/>
                </a:solidFill>
                <a:latin typeface="Tajawal"/>
                <a:cs typeface="Tajawal"/>
              </a:rPr>
              <a:t>  من 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66928" y="2606040"/>
            <a:ext cx="2551175" cy="3200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متوسط تقييم الحالة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73835" y="2944368"/>
            <a:ext cx="1737360" cy="237744"/>
          </a:xfrm>
          <a:prstGeom prst="roundRect">
            <a:avLst>
              <a:gd name="adj" fmla="val 50000"/>
            </a:avLst>
          </a:prstGeom>
          <a:solidFill>
            <a:srgbClr val="FBE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73835" y="2944368"/>
            <a:ext cx="17373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/>
            <a:r>
              <a:rPr sz="1000" b="1" lang="ar-SA">
                <a:solidFill>
                  <a:srgbClr val="C07F2A"/>
                </a:solidFill>
                <a:latin typeface="Tajawal"/>
                <a:cs typeface="Tajawal"/>
              </a:rPr>
              <a:t>الأقل رضا بين المناطق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292608" y="3657600"/>
            <a:ext cx="11045952" cy="2560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1009376" y="3877056"/>
            <a:ext cx="118872" cy="118872"/>
          </a:xfrm>
          <a:prstGeom prst="ellipse">
            <a:avLst/>
          </a:prstGeom>
          <a:solidFill>
            <a:srgbClr val="173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5488" y="3767328"/>
            <a:ext cx="10451592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500" b="1" lang="ar-SA">
                <a:solidFill>
                  <a:srgbClr val="17355C"/>
                </a:solidFill>
                <a:latin typeface="Tajawal"/>
                <a:cs typeface="Tajawal"/>
              </a:rPr>
              <a:t>الزيارات الميدانية للاستشاري على نظام TFMP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   الزيارات التفتيشية – سبتمبر 2026</a:t>
            </a:r>
          </a:p>
        </p:txBody>
      </p:sp>
      <p:graphicFrame>
        <p:nvGraphicFramePr>
          <p:cNvPr id="108" name="Table 107"/>
          <p:cNvGraphicFramePr>
            <a:graphicFrameLocks noGrp="1"/>
          </p:cNvGraphicFramePr>
          <p:nvPr/>
        </p:nvGraphicFramePr>
        <p:xfrm>
          <a:off x="3703320" y="4251960"/>
          <a:ext cx="7406639" cy="1700784"/>
        </p:xfrm>
        <a:graphic>
          <a:graphicData uri="http://schemas.openxmlformats.org/drawingml/2006/table">
            <a:tbl>
              <a:tblPr firstRow="0" bandRow="0"/>
              <a:tblGrid>
                <a:gridCol w="1554480"/>
                <a:gridCol w="1325880"/>
                <a:gridCol w="1325880"/>
                <a:gridCol w="1325880"/>
                <a:gridCol w="1874519"/>
              </a:tblGrid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نسبة الإنجاز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المتبقي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المكتمل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المخطط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الأسبوع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49.2%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121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117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238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الأسبوع الثالث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50.0%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119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119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238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الأسبوع الرابع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</a:tbl>
          </a:graphicData>
        </a:graphic>
      </p:graphicFrame>
      <p:sp>
        <p:nvSpPr>
          <p:cNvPr id="109" name="Rounded Rectangle 108"/>
          <p:cNvSpPr/>
          <p:nvPr/>
        </p:nvSpPr>
        <p:spPr>
          <a:xfrm>
            <a:off x="521208" y="4206240"/>
            <a:ext cx="2907792" cy="1828800"/>
          </a:xfrm>
          <a:prstGeom prst="roundRect">
            <a:avLst>
              <a:gd name="adj" fmla="val 8000"/>
            </a:avLst>
          </a:prstGeom>
          <a:solidFill>
            <a:srgbClr val="F3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21208" y="4297680"/>
            <a:ext cx="2907792" cy="3200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200" b="1" lang="ar-SA">
                <a:solidFill>
                  <a:srgbClr val="1F2A37"/>
                </a:solidFill>
                <a:latin typeface="Tajawal"/>
                <a:cs typeface="Tajawal"/>
              </a:rPr>
              <a:t>نسبة إنجاز الأسبوع الرابع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21208" y="4617720"/>
            <a:ext cx="2907792" cy="6858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0"/>
            <a:r>
              <a:rPr sz="3200" b="1" lang="ar-SA">
                <a:solidFill>
                  <a:srgbClr val="C07F2A"/>
                </a:solidFill>
                <a:latin typeface="Tajawal"/>
                <a:cs typeface="Tajawal"/>
              </a:rPr>
              <a:t>50.0%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886968" y="5349240"/>
            <a:ext cx="2176272" cy="128016"/>
          </a:xfrm>
          <a:prstGeom prst="roundRect">
            <a:avLst>
              <a:gd name="adj" fmla="val 50000"/>
            </a:avLst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1975104" y="5349240"/>
            <a:ext cx="1088136" cy="128016"/>
          </a:xfrm>
          <a:prstGeom prst="roundRect">
            <a:avLst>
              <a:gd name="adj" fmla="val 50000"/>
            </a:avLst>
          </a:prstGeom>
          <a:solidFill>
            <a:srgbClr val="E0A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21208" y="5559552"/>
            <a:ext cx="2907792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rtl="1"/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>ارتفاع 0.8 نقطة عن الأسبوع الثالث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78" name="Title"/>
          <p:cNvSpPr txBox="1"/>
          <p:nvPr/>
        </p:nvSpPr>
        <p:spPr>
          <a:xfrm>
            <a:off x="1563624" y="484632"/>
            <a:ext cx="9656064" cy="8229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2000" b="1" lang="ar-SA">
                <a:solidFill>
                  <a:srgbClr val="000000"/>
                </a:solidFill>
                <a:latin typeface="Tajawal"/>
                <a:cs typeface="Tajawal"/>
              </a:rPr>
              <a:t>خطة الصيانة الوقائية لمقدم الخدمة – سبتمبر – جدة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92608" y="914400"/>
            <a:ext cx="731520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1"/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تقرير متابعة أعمال الصيانة الوقائية  ·  الفترة: 1 – 30 سبتمبر 2026</a:t>
            </a:r>
          </a:p>
        </p:txBody>
      </p:sp>
      <p:graphicFrame>
        <p:nvGraphicFramePr>
          <p:cNvPr id="80" name="Table 79"/>
          <p:cNvGraphicFramePr>
            <a:graphicFrameLocks noGrp="1"/>
          </p:cNvGraphicFramePr>
          <p:nvPr/>
        </p:nvGraphicFramePr>
        <p:xfrm>
          <a:off x="292608" y="1371600"/>
          <a:ext cx="11045952" cy="4425696"/>
        </p:xfrm>
        <a:graphic>
          <a:graphicData uri="http://schemas.openxmlformats.org/drawingml/2006/table">
            <a:tbl>
              <a:tblPr firstRow="0" bandRow="0"/>
              <a:tblGrid>
                <a:gridCol w="1371600"/>
                <a:gridCol w="1325880"/>
                <a:gridCol w="1463040"/>
                <a:gridCol w="1463040"/>
                <a:gridCol w="1463040"/>
                <a:gridCol w="1500000"/>
                <a:gridCol w="2459352"/>
              </a:tblGrid>
              <a:tr h="402336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نسبة الإنجاز من الإجمالي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إجمالي المستهدف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نسبة الإنجاز التراكمية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المحقق التراكمي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المستهدف التراكمي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تاريخ البداية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اسم المهمة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أنظمة الإنذار ومكافحة الحريق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مكيف الهواء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العناصر المعمارية والمدنية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أعمال كهربائية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أعمال البستنة وتنسيق المواقع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أعمال صيانة المصاعد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النظافة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صيانة أنظمة تغذية المياه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31-Aug-26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صيانة أنظمة دورات المياه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/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الإجمالي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78" name="Title"/>
          <p:cNvSpPr txBox="1"/>
          <p:nvPr/>
        </p:nvSpPr>
        <p:spPr>
          <a:xfrm>
            <a:off x="1563624" y="484632"/>
            <a:ext cx="9656064" cy="8229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2000" b="1" lang="ar-SA">
                <a:solidFill>
                  <a:srgbClr val="000000"/>
                </a:solidFill>
                <a:latin typeface="Tajawal"/>
                <a:cs typeface="Tajawal"/>
              </a:rPr>
              <a:t>أعلى 10 مدارس رفعت بلاغات – جدة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92608" y="914400"/>
            <a:ext cx="548640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1"/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الفترة: 27 سبتمبر – 3 أكتوبر 2026</a:t>
            </a:r>
          </a:p>
        </p:txBody>
      </p:sp>
      <p:graphicFrame>
        <p:nvGraphicFramePr>
          <p:cNvPr id="80" name="Table 79"/>
          <p:cNvGraphicFramePr>
            <a:graphicFrameLocks noGrp="1"/>
          </p:cNvGraphicFramePr>
          <p:nvPr/>
        </p:nvGraphicFramePr>
        <p:xfrm>
          <a:off x="292608" y="1371600"/>
          <a:ext cx="11045952" cy="4727448"/>
        </p:xfrm>
        <a:graphic>
          <a:graphicData uri="http://schemas.openxmlformats.org/drawingml/2006/table">
            <a:tbl>
              <a:tblPr firstRow="0" bandRow="0"/>
              <a:tblGrid>
                <a:gridCol w="1737360"/>
                <a:gridCol w="1737360"/>
                <a:gridCol w="5010912"/>
                <a:gridCol w="1737360"/>
                <a:gridCol w="822960"/>
              </a:tblGrid>
              <a:tr h="429768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منها طارئة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عدد البلاغات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اسم المبنى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الرقم الوزاري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lang="ar-SA">
                          <a:solidFill>
                            <a:srgbClr val="FFFFFF"/>
                          </a:solidFill>
                          <a:latin typeface="Tajawal"/>
                          <a:cs typeface="Tajawal"/>
                        </a:rPr>
                        <a:t>الترتيب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17355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 (3.0%)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33 (1.3%)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المتوسطة السابعة بعد المئة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35100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32 (1.3%)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المتوسطة الثامنة و العشرون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34307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 (7.1%)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28 (1.1%)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الامير خالد بن فهد المتوسطة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32427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26 (1.0%)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المتوسطة الحادية والعشرون بعد المئة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35530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4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 (4.8%)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21 (0.8%)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الطفولة المبكرة بابتدائية البيهقي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134520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5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 (5.0%)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20 (0.8%)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الطفولة المبكرة بابتدائية السادسة والثلاثون بعد المائة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34182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6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20 (0.8%)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الطفولة المبكرة بابتدائية الثانية والتسعون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34120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7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 (5.3%)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19 (0.8%)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الثانوية السابعة والاربعون - مسارات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344645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8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17 (0.7%)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ابن ماجه الابتدائية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32158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9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2 (11.8%)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1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17 (0.7%)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الثانوية الثانية والخمسون - مسارات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S-M3934470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0"/>
                      <a:r>
                        <a:rPr sz="1200" b="0" lang="ar-SA">
                          <a:solidFill>
                            <a:srgbClr val="1F2A37"/>
                          </a:solidFill>
                          <a:latin typeface="Tajawal"/>
                          <a:cs typeface="Tajawal"/>
                        </a:rPr>
                        <a:t>10</a:t>
                      </a:r>
                    </a:p>
                  </a:txBody>
                  <a:tcPr anchor="ctr" marL="73152" marR="73152" marT="18288" marB="18288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C3D5D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5E99A57F-8580-C6E6-EC39-77343770A76B}"/>
              </a:ext>
            </a:extLst>
          </p:cNvPr>
          <p:cNvSpPr/>
          <p:nvPr/>
        </p:nvSpPr>
        <p:spPr>
          <a:xfrm>
            <a:off x="11589284" y="1429090"/>
            <a:ext cx="311468" cy="4389944"/>
          </a:xfrm>
          <a:prstGeom prst="roundRect">
            <a:avLst/>
          </a:prstGeom>
          <a:solidFill>
            <a:srgbClr val="89A8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pic>
        <p:nvPicPr>
          <p:cNvPr id="4" name="Picture 3" descr="A building with a lawn and people walking&#10;&#10;AI-generated content may be incorrect.">
            <a:extLst>
              <a:ext uri="{FF2B5EF4-FFF2-40B4-BE49-F238E27FC236}">
                <a16:creationId xmlns:a16="http://schemas.microsoft.com/office/drawing/2014/main" id="{8D07E4CD-7B0C-031C-8FC6-7FFEE0E33A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72968"/>
            <a:ext cx="12192000" cy="6547373"/>
          </a:xfrm>
          <a:prstGeom prst="rect">
            <a:avLst/>
          </a:prstGeom>
        </p:spPr>
      </p:pic>
      <p:sp>
        <p:nvSpPr>
          <p:cNvPr id="77" name="Rectangle: Top Corners One Rounded and One Snipped 2">
            <a:extLst>
              <a:ext uri="{FF2B5EF4-FFF2-40B4-BE49-F238E27FC236}">
                <a16:creationId xmlns:a16="http://schemas.microsoft.com/office/drawing/2014/main" id="{A14BB113-CE19-24E5-6C0B-A86C6AA0A085}"/>
              </a:ext>
            </a:extLst>
          </p:cNvPr>
          <p:cNvSpPr/>
          <p:nvPr/>
        </p:nvSpPr>
        <p:spPr>
          <a:xfrm rot="10800000" flipV="1">
            <a:off x="11589283" y="719589"/>
            <a:ext cx="294127" cy="319377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89A895"/>
          </a:solidFill>
          <a:ln>
            <a:solidFill>
              <a:srgbClr val="89A89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1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jawal" panose="00000500000000000000" pitchFamily="2" charset="-78"/>
              <a:cs typeface="Tajawal" panose="00000500000000000000" pitchFamily="2" charset="-78"/>
            </a:endParaRPr>
          </a:p>
        </p:txBody>
      </p:sp>
      <p:sp>
        <p:nvSpPr>
          <p:cNvPr id="78" name="Title"/>
          <p:cNvSpPr txBox="1"/>
          <p:nvPr/>
        </p:nvSpPr>
        <p:spPr>
          <a:xfrm>
            <a:off x="1563624" y="484632"/>
            <a:ext cx="9656064" cy="8229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2000" b="1" lang="ar-SA">
                <a:solidFill>
                  <a:srgbClr val="000000"/>
                </a:solidFill>
                <a:latin typeface="Tajawal"/>
                <a:cs typeface="Tajawal"/>
              </a:rPr>
              <a:t>نسبة الالتزام بمستوى الخدمة SLA – المنطقة الغربية والمناطق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92608" y="914400"/>
            <a:ext cx="548640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 rtl="1"/>
            <a:r>
              <a:rPr sz="1200" b="0" lang="ar-SA">
                <a:solidFill>
                  <a:srgbClr val="5A6B7A"/>
                </a:solidFill>
                <a:latin typeface="Tajawal"/>
                <a:cs typeface="Tajawal"/>
              </a:rPr>
              <a:t>آخر 4 أسابيع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292608" y="2217420"/>
            <a:ext cx="11045952" cy="425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5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1009376" y="2390280"/>
            <a:ext cx="118872" cy="118872"/>
          </a:xfrm>
          <a:prstGeom prst="ellipse">
            <a:avLst/>
          </a:prstGeom>
          <a:solidFill>
            <a:srgbClr val="173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27080" y="2290280"/>
            <a:ext cx="10500000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 rtl="1"/>
            <a:r>
              <a:rPr sz="1500" b="1" lang="ar-SA">
                <a:solidFill>
                  <a:srgbClr val="17355C"/>
                </a:solidFill>
                <a:latin typeface="Tajawal"/>
                <a:cs typeface="Tajawal"/>
              </a:rPr>
              <a:t>نسبة الالتزام الأسبوعية</a:t>
            </a:r>
            <a:r>
              <a:rPr sz="1100" b="0" lang="ar-SA">
                <a:solidFill>
                  <a:srgbClr val="5A6B7A"/>
                </a:solidFill>
                <a:latin typeface="Tajawal"/>
                <a:cs typeface="Tajawal"/>
              </a:rPr>
              <a:t/>
            </a:r>
          </a:p>
        </p:txBody>
      </p:sp>
      <p:sp>
        <p:nvSpPr>
          <p:cNvPr id="110" name="KPI card 0"/>
          <p:cNvSpPr/>
          <p:nvPr/>
        </p:nvSpPr>
        <p:spPr>
          <a:xfrm>
            <a:off x="8412480" y="1325880"/>
            <a:ext cx="2926080" cy="822960"/>
          </a:xfrm>
          <a:prstGeom prst="roundRect">
            <a:avLst>
              <a:gd name="adj" fmla="val 6000"/>
            </a:avLst>
          </a:prstGeom>
          <a:solidFill>
            <a:srgbClr val="C0392B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KPI text 0"/>
          <p:cNvSpPr txBox="1"/>
          <p:nvPr/>
        </p:nvSpPr>
        <p:spPr>
          <a:xfrm>
            <a:off x="8412480" y="1353312"/>
            <a:ext cx="2926080" cy="768096"/>
          </a:xfrm>
          <a:prstGeom prst="rect">
            <a:avLst/>
          </a:prstGeom>
          <a:noFill/>
        </p:spPr>
        <p:txBody>
          <a:bodyPr wrap="square" anchor="ctr" lIns="36576" rIns="36576" tIns="36576" bIns="36576"/>
          <a:lstStyle/>
          <a:p>
            <a:pPr algn="ctr" rtl="1"/>
            <a:r>
              <a:rPr sz="1400" b="1" lang="ar-SA">
                <a:solidFill>
                  <a:srgbClr val="FFFFFF"/>
                </a:solidFill>
                <a:latin typeface="Tajawal"/>
                <a:cs typeface="Tajawal"/>
              </a:rPr>
              <a:t>المنطقة الغربية</a:t>
            </a:r>
          </a:p>
          <a:p>
            <a:pPr algn="ctr" rtl="0"/>
            <a:r>
              <a:rPr sz="2800" b="1" lang="ar-SA">
                <a:solidFill>
                  <a:srgbClr val="FFFFFF"/>
                </a:solidFill>
                <a:latin typeface="Tajawal"/>
                <a:cs typeface="Tajawal"/>
              </a:rPr>
              <a:t>00.0%</a:t>
            </a:r>
          </a:p>
          <a:p>
            <a:pPr algn="ctr" rtl="1"/>
            <a:r>
              <a:rPr sz="1000" b="0" lang="ar-SA">
                <a:solidFill>
                  <a:srgbClr val="FFE3DF"/>
                </a:solidFill>
                <a:latin typeface="Tajawal"/>
                <a:cs typeface="Tajawal"/>
              </a:rPr>
              <a:t>—</a:t>
            </a:r>
          </a:p>
        </p:txBody>
      </p:sp>
      <p:sp>
        <p:nvSpPr>
          <p:cNvPr id="112" name="KPI card 1"/>
          <p:cNvSpPr/>
          <p:nvPr/>
        </p:nvSpPr>
        <p:spPr>
          <a:xfrm>
            <a:off x="6382512" y="1325880"/>
            <a:ext cx="19202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1A33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KPI text 1"/>
          <p:cNvSpPr txBox="1"/>
          <p:nvPr/>
        </p:nvSpPr>
        <p:spPr>
          <a:xfrm>
            <a:off x="6382512" y="1353312"/>
            <a:ext cx="1920240" cy="768096"/>
          </a:xfrm>
          <a:prstGeom prst="rect">
            <a:avLst/>
          </a:prstGeom>
          <a:noFill/>
        </p:spPr>
        <p:txBody>
          <a:bodyPr wrap="square" anchor="ctr" lIns="36576" rIns="36576" tIns="36576" bIns="36576"/>
          <a:lstStyle/>
          <a:p>
            <a:pPr algn="ctr" rtl="1"/>
            <a:r>
              <a:rPr sz="1200" b="1" lang="ar-SA">
                <a:solidFill>
                  <a:srgbClr val="1A3358"/>
                </a:solidFill>
                <a:latin typeface="Tajawal"/>
                <a:cs typeface="Tajawal"/>
              </a:rPr>
              <a:t>جدة</a:t>
            </a:r>
          </a:p>
          <a:p>
            <a:pPr algn="ctr" rtl="0"/>
            <a:r>
              <a:rPr sz="2200" b="1" lang="ar-SA">
                <a:solidFill>
                  <a:srgbClr val="1A3358"/>
                </a:solidFill>
                <a:latin typeface="Tajawal"/>
                <a:cs typeface="Tajawal"/>
              </a:rPr>
              <a:t>00.0%</a:t>
            </a:r>
          </a:p>
          <a:p>
            <a:pPr algn="ctr" rtl="1"/>
            <a:r>
              <a:rPr sz="1000" b="0" lang="ar-SA">
                <a:solidFill>
                  <a:srgbClr val="5A6B7A"/>
                </a:solidFill>
                <a:latin typeface="Tajawal"/>
                <a:cs typeface="Tajawal"/>
              </a:rPr>
              <a:t>—</a:t>
            </a:r>
          </a:p>
        </p:txBody>
      </p:sp>
      <p:sp>
        <p:nvSpPr>
          <p:cNvPr id="114" name="KPI card 2"/>
          <p:cNvSpPr/>
          <p:nvPr/>
        </p:nvSpPr>
        <p:spPr>
          <a:xfrm>
            <a:off x="4352544" y="1325880"/>
            <a:ext cx="19202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86A8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KPI text 2"/>
          <p:cNvSpPr txBox="1"/>
          <p:nvPr/>
        </p:nvSpPr>
        <p:spPr>
          <a:xfrm>
            <a:off x="4352544" y="1353312"/>
            <a:ext cx="1920240" cy="768096"/>
          </a:xfrm>
          <a:prstGeom prst="rect">
            <a:avLst/>
          </a:prstGeom>
          <a:noFill/>
        </p:spPr>
        <p:txBody>
          <a:bodyPr wrap="square" anchor="ctr" lIns="36576" rIns="36576" tIns="36576" bIns="36576"/>
          <a:lstStyle/>
          <a:p>
            <a:pPr algn="ctr" rtl="1"/>
            <a:r>
              <a:rPr sz="1200" b="1" lang="ar-SA">
                <a:solidFill>
                  <a:srgbClr val="4F7A63"/>
                </a:solidFill>
                <a:latin typeface="Tajawal"/>
                <a:cs typeface="Tajawal"/>
              </a:rPr>
              <a:t>مكة المكرمة</a:t>
            </a:r>
          </a:p>
          <a:p>
            <a:pPr algn="ctr" rtl="0"/>
            <a:r>
              <a:rPr sz="2200" b="1" lang="ar-SA">
                <a:solidFill>
                  <a:srgbClr val="4F7A63"/>
                </a:solidFill>
                <a:latin typeface="Tajawal"/>
                <a:cs typeface="Tajawal"/>
              </a:rPr>
              <a:t>00.0%</a:t>
            </a:r>
          </a:p>
          <a:p>
            <a:pPr algn="ctr" rtl="1"/>
            <a:r>
              <a:rPr sz="1000" b="0" lang="ar-SA">
                <a:solidFill>
                  <a:srgbClr val="5A6B7A"/>
                </a:solidFill>
                <a:latin typeface="Tajawal"/>
                <a:cs typeface="Tajawal"/>
              </a:rPr>
              <a:t>—</a:t>
            </a:r>
          </a:p>
        </p:txBody>
      </p:sp>
      <p:sp>
        <p:nvSpPr>
          <p:cNvPr id="116" name="KPI card 3"/>
          <p:cNvSpPr/>
          <p:nvPr/>
        </p:nvSpPr>
        <p:spPr>
          <a:xfrm>
            <a:off x="2322576" y="1325880"/>
            <a:ext cx="19202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E0A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KPI text 3"/>
          <p:cNvSpPr txBox="1"/>
          <p:nvPr/>
        </p:nvSpPr>
        <p:spPr>
          <a:xfrm>
            <a:off x="2322576" y="1353312"/>
            <a:ext cx="1920240" cy="768096"/>
          </a:xfrm>
          <a:prstGeom prst="rect">
            <a:avLst/>
          </a:prstGeom>
          <a:noFill/>
        </p:spPr>
        <p:txBody>
          <a:bodyPr wrap="square" anchor="ctr" lIns="36576" rIns="36576" tIns="36576" bIns="36576"/>
          <a:lstStyle/>
          <a:p>
            <a:pPr algn="ctr" rtl="1"/>
            <a:r>
              <a:rPr sz="1200" b="1" lang="ar-SA">
                <a:solidFill>
                  <a:srgbClr val="B8741E"/>
                </a:solidFill>
                <a:latin typeface="Tajawal"/>
                <a:cs typeface="Tajawal"/>
              </a:rPr>
              <a:t>المدينة المنورة</a:t>
            </a:r>
          </a:p>
          <a:p>
            <a:pPr algn="ctr" rtl="0"/>
            <a:r>
              <a:rPr sz="2200" b="1" lang="ar-SA">
                <a:solidFill>
                  <a:srgbClr val="B8741E"/>
                </a:solidFill>
                <a:latin typeface="Tajawal"/>
                <a:cs typeface="Tajawal"/>
              </a:rPr>
              <a:t>00.0%</a:t>
            </a:r>
          </a:p>
          <a:p>
            <a:pPr algn="ctr" rtl="1"/>
            <a:r>
              <a:rPr sz="1000" b="0" lang="ar-SA">
                <a:solidFill>
                  <a:srgbClr val="5A6B7A"/>
                </a:solidFill>
                <a:latin typeface="Tajawal"/>
                <a:cs typeface="Tajawal"/>
              </a:rPr>
              <a:t>—</a:t>
            </a:r>
          </a:p>
        </p:txBody>
      </p:sp>
      <p:sp>
        <p:nvSpPr>
          <p:cNvPr id="118" name="KPI card 4"/>
          <p:cNvSpPr/>
          <p:nvPr/>
        </p:nvSpPr>
        <p:spPr>
          <a:xfrm>
            <a:off x="292608" y="1325880"/>
            <a:ext cx="19202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KPI text 4"/>
          <p:cNvSpPr txBox="1"/>
          <p:nvPr/>
        </p:nvSpPr>
        <p:spPr>
          <a:xfrm>
            <a:off x="292608" y="1353312"/>
            <a:ext cx="1920240" cy="768096"/>
          </a:xfrm>
          <a:prstGeom prst="rect">
            <a:avLst/>
          </a:prstGeom>
          <a:noFill/>
        </p:spPr>
        <p:txBody>
          <a:bodyPr wrap="square" anchor="ctr" lIns="36576" rIns="36576" tIns="36576" bIns="36576"/>
          <a:lstStyle/>
          <a:p>
            <a:pPr algn="ctr" rtl="1"/>
            <a:r>
              <a:rPr sz="1200" b="1" lang="ar-SA">
                <a:solidFill>
                  <a:srgbClr val="7B5EA7"/>
                </a:solidFill>
                <a:latin typeface="Tajawal"/>
                <a:cs typeface="Tajawal"/>
              </a:rPr>
              <a:t>الطائف</a:t>
            </a:r>
          </a:p>
          <a:p>
            <a:pPr algn="ctr" rtl="0"/>
            <a:r>
              <a:rPr sz="2200" b="1" lang="ar-SA">
                <a:solidFill>
                  <a:srgbClr val="7B5EA7"/>
                </a:solidFill>
                <a:latin typeface="Tajawal"/>
                <a:cs typeface="Tajawal"/>
              </a:rPr>
              <a:t>00.0%</a:t>
            </a:r>
          </a:p>
          <a:p>
            <a:pPr algn="ctr" rtl="1"/>
            <a:r>
              <a:rPr sz="1000" b="0" lang="ar-SA">
                <a:solidFill>
                  <a:srgbClr val="5A6B7A"/>
                </a:solidFill>
                <a:latin typeface="Tajawal"/>
                <a:cs typeface="Tajawal"/>
              </a:rPr>
              <a:t>—</a:t>
            </a:r>
          </a:p>
        </p:txBody>
      </p:sp>
      <p:graphicFrame>
        <p:nvGraphicFramePr>
          <p:cNvPr id="120" name="SLA chart"/>
          <p:cNvGraphicFramePr>
            <a:graphicFrameLocks noGrp="1"/>
          </p:cNvGraphicFramePr>
          <p:nvPr/>
        </p:nvGraphicFramePr>
        <p:xfrm>
          <a:off x="347472" y="2560320"/>
          <a:ext cx="10935000" cy="386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bc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0A4B4"/>
      </a:accent1>
      <a:accent2>
        <a:srgbClr val="0092A4"/>
      </a:accent2>
      <a:accent3>
        <a:srgbClr val="36AFCE"/>
      </a:accent3>
      <a:accent4>
        <a:srgbClr val="EFCA2D"/>
      </a:accent4>
      <a:accent5>
        <a:srgbClr val="0092A4"/>
      </a:accent5>
      <a:accent6>
        <a:srgbClr val="077D8D"/>
      </a:accent6>
      <a:hlink>
        <a:srgbClr val="C3D5D1"/>
      </a:hlink>
      <a:folHlink>
        <a:srgbClr val="008495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ntation Guidline -Final 2023" id="{0B4F8830-4EEA-2B44-8736-83DA75B804B9}" vid="{1921E26A-B9DE-8548-864B-7B349695295C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plate PresentationGo Dark">
  <a:themeElements>
    <a:clrScheme name="PGO5">
      <a:dk1>
        <a:sysClr val="windowText" lastClr="000000"/>
      </a:dk1>
      <a:lt1>
        <a:sysClr val="window" lastClr="FFFFFF"/>
      </a:lt1>
      <a:dk2>
        <a:srgbClr val="013D4D"/>
      </a:dk2>
      <a:lt2>
        <a:srgbClr val="D3D3D3"/>
      </a:lt2>
      <a:accent1>
        <a:srgbClr val="00A891"/>
      </a:accent1>
      <a:accent2>
        <a:srgbClr val="D9126B"/>
      </a:accent2>
      <a:accent3>
        <a:srgbClr val="FE7600"/>
      </a:accent3>
      <a:accent4>
        <a:srgbClr val="B1DB15"/>
      </a:accent4>
      <a:accent5>
        <a:srgbClr val="854D82"/>
      </a:accent5>
      <a:accent6>
        <a:srgbClr val="FFE200"/>
      </a:accent6>
      <a:hlink>
        <a:srgbClr val="00B0F0"/>
      </a:hlink>
      <a:folHlink>
        <a:srgbClr val="0070C0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8496</TotalTime>
  <Words>1809</Words>
  <Application>Microsoft Office PowerPoint</Application>
  <PresentationFormat>Widescreen</PresentationFormat>
  <Paragraphs>710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21</vt:i4>
      </vt:variant>
    </vt:vector>
  </HeadingPairs>
  <TitlesOfParts>
    <vt:vector size="38" baseType="lpstr">
      <vt:lpstr>Aptos</vt:lpstr>
      <vt:lpstr>Aptos Display</vt:lpstr>
      <vt:lpstr>Aptos Narrow</vt:lpstr>
      <vt:lpstr>Arial</vt:lpstr>
      <vt:lpstr>Calibri</vt:lpstr>
      <vt:lpstr>Calibri Light</vt:lpstr>
      <vt:lpstr>Century Gothic</vt:lpstr>
      <vt:lpstr>Helvetica</vt:lpstr>
      <vt:lpstr>Helvetica Neue</vt:lpstr>
      <vt:lpstr>NeoSansArabic</vt:lpstr>
      <vt:lpstr>Open Sans</vt:lpstr>
      <vt:lpstr>Tajawal</vt:lpstr>
      <vt:lpstr>Wingdings</vt:lpstr>
      <vt:lpstr>Office Theme</vt:lpstr>
      <vt:lpstr>1_Office Theme</vt:lpstr>
      <vt:lpstr>Template PresentationGo Dark</vt:lpstr>
      <vt:lpstr>2_Office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Youssef M. AlBathy</dc:creator>
  <cp:lastModifiedBy>Osama Gaber</cp:lastModifiedBy>
  <cp:revision>224</cp:revision>
  <cp:lastPrinted>2025-04-14T04:50:52Z</cp:lastPrinted>
  <dcterms:created xsi:type="dcterms:W3CDTF">2025-04-08T06:22:12Z</dcterms:created>
  <dcterms:modified xsi:type="dcterms:W3CDTF">2026-10-03T13:45:27Z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6d28059-e654-4715-a751-e6437055ca6d_Enabled">
    <vt:lpwstr>true</vt:lpwstr>
  </property>
  <property fmtid="{D5CDD505-2E9C-101B-9397-08002B2CF9AE}" pid="3" name="MSIP_Label_a6d28059-e654-4715-a751-e6437055ca6d_SetDate">
    <vt:lpwstr>2025-04-14T18:24:22Z</vt:lpwstr>
  </property>
  <property fmtid="{D5CDD505-2E9C-101B-9397-08002B2CF9AE}" pid="4" name="MSIP_Label_a6d28059-e654-4715-a751-e6437055ca6d_Method">
    <vt:lpwstr>Standard</vt:lpwstr>
  </property>
  <property fmtid="{D5CDD505-2E9C-101B-9397-08002B2CF9AE}" pid="5" name="MSIP_Label_a6d28059-e654-4715-a751-e6437055ca6d_Name">
    <vt:lpwstr>Not Classified</vt:lpwstr>
  </property>
  <property fmtid="{D5CDD505-2E9C-101B-9397-08002B2CF9AE}" pid="6" name="MSIP_Label_a6d28059-e654-4715-a751-e6437055ca6d_SiteId">
    <vt:lpwstr>ab87cbc4-d208-47bf-83f1-cb31cf41ee99</vt:lpwstr>
  </property>
  <property fmtid="{D5CDD505-2E9C-101B-9397-08002B2CF9AE}" pid="7" name="MSIP_Label_a6d28059-e654-4715-a751-e6437055ca6d_ActionId">
    <vt:lpwstr>36ea5491-0d26-40c8-b499-83a41be102af</vt:lpwstr>
  </property>
  <property fmtid="{D5CDD505-2E9C-101B-9397-08002B2CF9AE}" pid="8" name="MSIP_Label_a6d28059-e654-4715-a751-e6437055ca6d_ContentBits">
    <vt:lpwstr>0</vt:lpwstr>
  </property>
  <property fmtid="{D5CDD505-2E9C-101B-9397-08002B2CF9AE}" pid="9" name="MSIP_Label_a6d28059-e654-4715-a751-e6437055ca6d_Tag">
    <vt:lpwstr>10, 3, 0, 2</vt:lpwstr>
  </property>
</Properties>
</file>